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1083670214441e" /><Relationship Type="http://schemas.openxmlformats.org/officeDocument/2006/relationships/extended-properties" Target="/docProps/app.xml" Id="R5e52f9ff13354e33" /><Relationship Type="http://schemas.openxmlformats.org/officeDocument/2006/relationships/officeDocument" Target="/ppt/presentation.xml" Id="Rff7551f77e054f49" /></Relationships>
</file>

<file path=ppt/presentation.xml><?xml version="1.0" encoding="utf-8"?>
<p:presentation xmlns:p="http://schemas.openxmlformats.org/presentationml/2006/main">
  <p:sldMasterIdLst>
    <p:sldMasterId xmlns:r="http://schemas.openxmlformats.org/officeDocument/2006/relationships" id="2147483648" r:id="R1d3ee223aa144ac2"/>
  </p:sldMasterIdLst>
  <p:notesMasterIdLst>
    <p:notesMasterId xmlns:r="http://schemas.openxmlformats.org/officeDocument/2006/relationships" r:id="R7eca7214e50d454e"/>
  </p:notesMasterIdLst>
  <p:sldIdLst>
    <p:sldId xmlns:r="http://schemas.openxmlformats.org/officeDocument/2006/relationships" id="256" r:id="R56318f51ee5f45d1"/>
    <p:sldId xmlns:r="http://schemas.openxmlformats.org/officeDocument/2006/relationships" id="257" r:id="Rdad62737e53248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0b11638d86461f" /><Relationship Type="http://schemas.openxmlformats.org/officeDocument/2006/relationships/slideMaster" Target="/ppt/slideMasters/slideMaster1.xml" Id="R1d3ee223aa144ac2" /><Relationship Type="http://schemas.openxmlformats.org/officeDocument/2006/relationships/notesMaster" Target="/ppt/notesMasters/notesMaster1.xml" Id="R7eca7214e50d454e" /><Relationship Type="http://schemas.openxmlformats.org/officeDocument/2006/relationships/presProps" Target="/ppt/presProps.xml" Id="Rfbcda5dcebcb404f" /><Relationship Type="http://schemas.openxmlformats.org/officeDocument/2006/relationships/tableStyles" Target="/ppt/tableStyles.xml" Id="R42346b610ff342a6" /><Relationship Type="http://schemas.openxmlformats.org/officeDocument/2006/relationships/slide" Target="/ppt/slides/slide1.xml" Id="R56318f51ee5f45d1" /><Relationship Type="http://schemas.openxmlformats.org/officeDocument/2006/relationships/slide" Target="/ppt/slides/slide2.xml" Id="Rdad62737e53248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6c036353c64b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d4501bf396444d" /><Relationship Type="http://schemas.openxmlformats.org/officeDocument/2006/relationships/notesMaster" Target="/ppt/notesMasters/notesMaster1.xml" Id="R6da4508b7bb4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ed438075f0423c" /><Relationship Type="http://schemas.openxmlformats.org/officeDocument/2006/relationships/notesMaster" Target="/ppt/notesMasters/notesMaster1.xml" Id="R620b9dbeeed949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FleetDesk manages company computer assets. The React browser sends JSON requests to Spring. The controller maps the routes and applies Bean Validation. The service applies assignment and uniqueness rules inside transactions. The Spring Data repository queries and stores entities. Local demonstrations use an H2 file database, while the optional PostgreSQL profile uses an external database. The packaged Spring Boot JAR serves the compiled React UI and API on the same port. The database keeps records after browser refresh and server restart. Sources: Project_Part2/backend/src/main/java/edu/se411/fleetdesk; Project_Part2/frontend/src/api/computers.js; Project_Part2/backend/src/main/resources/application.properties; current repository README team list. Assignment source: project description Part 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creates a new record and returns 201, the generated UUID, and a Location header. GET with a UUID retrieves exactly one record. Collection GET accepts a zero-based page and page size and returns content, totalElements, and totalPages. The database performs pagination. PUT replaces the writable fields of an existing record while retaining its ID. DELETE returns 204 with no response body. The summary route calculates totals across the whole inventory. Validation failures return 400, missing UUIDs return 404, and conflicting identifiers return 409. The health endpoint /actuator/health is operational and separate from the inventory routes. Demo: add a computer, copy and look up its UUID, update its assignment, refresh to show persistence, browse pages, then delete the demo record. Sources: Project_Part2/backend/src/main/java/edu/se411/fleetdesk/ComputerController.java, ComputerService.java, ApiExceptionHandler.java, and Project_Part2/docs/api.md.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64ec1c7c7548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58c5bb3f8446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c0954936c845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6bab24e25546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aadc54216a46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dc6de749bd40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1A82E2-5640-46B5-833F-425B2E9C20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6A7C96-C748-4E1B-B9E7-8D78A7038B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7C3C4F4-3EBE-4D57-BBF6-AB8054F9CF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B5707B-92DF-41F9-8440-497D8E215A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50789B-7046-4618-ADE9-011CED8C88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16E1F2-2F71-4A71-9E08-DD26946A2A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9037F7-6519-40C4-95E5-39656FDD48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86C202-6189-47DE-9956-93401F2800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8E12A-051B-45B8-BA07-D153D858BD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1C8DE5-4120-4001-A0D4-C5ADF4D427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fe183f05754118" /><Relationship Type="http://schemas.openxmlformats.org/officeDocument/2006/relationships/slideLayout" Target="/ppt/slideLayouts/slideLayout1.xml" Id="Rde9d97a9c8654cd9" /><Relationship Type="http://schemas.openxmlformats.org/officeDocument/2006/relationships/slideLayout" Target="/ppt/slideLayouts/slideLayout2.xml" Id="R912621f2730c4b17" /><Relationship Type="http://schemas.openxmlformats.org/officeDocument/2006/relationships/slideLayout" Target="/ppt/slideLayouts/slideLayout3.xml" Id="R620cacad155a4130" /><Relationship Type="http://schemas.openxmlformats.org/officeDocument/2006/relationships/slideLayout" Target="/ppt/slideLayouts/slideLayout4.xml" Id="R018538c6734d455f" /><Relationship Type="http://schemas.openxmlformats.org/officeDocument/2006/relationships/slideLayout" Target="/ppt/slideLayouts/slideLayout5.xml" Id="R6c2b55a62a24441d" /><Relationship Type="http://schemas.openxmlformats.org/officeDocument/2006/relationships/slideLayout" Target="/ppt/slideLayouts/slideLayout6.xml" Id="R4d2527f7850540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9d97a9c8654cd9"/>
    <p:sldLayoutId xmlns:r="http://schemas.openxmlformats.org/officeDocument/2006/relationships" id="2147483650" r:id="R912621f2730c4b17"/>
    <p:sldLayoutId xmlns:r="http://schemas.openxmlformats.org/officeDocument/2006/relationships" id="2147483651" r:id="R620cacad155a4130"/>
    <p:sldLayoutId xmlns:r="http://schemas.openxmlformats.org/officeDocument/2006/relationships" id="2147483652" r:id="R018538c6734d455f"/>
    <p:sldLayoutId xmlns:r="http://schemas.openxmlformats.org/officeDocument/2006/relationships" id="2147483653" r:id="R6c2b55a62a24441d"/>
    <p:sldLayoutId xmlns:r="http://schemas.openxmlformats.org/officeDocument/2006/relationships" id="2147483654" r:id="R4d2527f7850540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59612d13194219" /><Relationship Type="http://schemas.openxmlformats.org/officeDocument/2006/relationships/notesSlide" Target="/ppt/notesSlides/notesSlide1.xml" Id="R7e74f5f39bcc48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5d96fe8bfa4299" /><Relationship Type="http://schemas.openxmlformats.org/officeDocument/2006/relationships/notesSlide" Target="/ppt/notesSlides/notesSlide2.xml" Id="R94620903bd1247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E4EA009D-62FE-4828-B248-8E164BD94596}"/>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22139"/>
                </a:solidFill>
                <a:latin typeface="DejaVu Sans"/>
                <a:ea typeface="DejaVu Sans"/>
                <a:cs typeface="DejaVu Sans"/>
              </a:defRPr>
            </a:defPPr>
            <a:lvl1pPr algn="l">
              <a:defRPr sz="3300" b="1">
                <a:solidFill>
                  <a:srgbClr val="122139"/>
                </a:solidFill>
                <a:latin typeface="DejaVu Sans"/>
                <a:ea typeface="DejaVu Sans"/>
                <a:cs typeface="DejaVu Sans"/>
              </a:defRPr>
            </a:lvl1pPr>
            <a:lvl2pPr algn="l">
              <a:defRPr sz="3300" b="1">
                <a:solidFill>
                  <a:srgbClr val="122139"/>
                </a:solidFill>
                <a:latin typeface="DejaVu Sans"/>
                <a:ea typeface="DejaVu Sans"/>
                <a:cs typeface="DejaVu Sans"/>
              </a:defRPr>
            </a:lvl2pPr>
            <a:lvl3pPr algn="l">
              <a:defRPr sz="3300" b="1">
                <a:solidFill>
                  <a:srgbClr val="122139"/>
                </a:solidFill>
                <a:latin typeface="DejaVu Sans"/>
                <a:ea typeface="DejaVu Sans"/>
                <a:cs typeface="DejaVu Sans"/>
              </a:defRPr>
            </a:lvl3pPr>
            <a:lvl4pPr algn="l">
              <a:defRPr sz="3300" b="1">
                <a:solidFill>
                  <a:srgbClr val="122139"/>
                </a:solidFill>
                <a:latin typeface="DejaVu Sans"/>
                <a:ea typeface="DejaVu Sans"/>
                <a:cs typeface="DejaVu Sans"/>
              </a:defRPr>
            </a:lvl4pPr>
            <a:lvl5pPr algn="l">
              <a:defRPr sz="3300" b="1">
                <a:solidFill>
                  <a:srgbClr val="122139"/>
                </a:solidFill>
                <a:latin typeface="DejaVu Sans"/>
                <a:ea typeface="DejaVu Sans"/>
                <a:cs typeface="DejaVu Sans"/>
              </a:defRPr>
            </a:lvl5pPr>
            <a:lvl6pPr algn="l">
              <a:defRPr sz="3300" b="1">
                <a:solidFill>
                  <a:srgbClr val="122139"/>
                </a:solidFill>
                <a:latin typeface="DejaVu Sans"/>
                <a:ea typeface="DejaVu Sans"/>
                <a:cs typeface="DejaVu Sans"/>
              </a:defRPr>
            </a:lvl6pPr>
            <a:lvl7pPr algn="l">
              <a:defRPr sz="3300" b="1">
                <a:solidFill>
                  <a:srgbClr val="122139"/>
                </a:solidFill>
                <a:latin typeface="DejaVu Sans"/>
                <a:ea typeface="DejaVu Sans"/>
                <a:cs typeface="DejaVu Sans"/>
              </a:defRPr>
            </a:lvl7pPr>
            <a:lvl8pPr algn="l">
              <a:defRPr sz="3300" b="1">
                <a:solidFill>
                  <a:srgbClr val="122139"/>
                </a:solidFill>
                <a:latin typeface="DejaVu Sans"/>
                <a:ea typeface="DejaVu Sans"/>
                <a:cs typeface="DejaVu Sans"/>
              </a:defRPr>
            </a:lvl8pPr>
            <a:lvl9pPr algn="l">
              <a:defRPr sz="3300" b="1">
                <a:solidFill>
                  <a:srgbClr val="122139"/>
                </a:solidFill>
                <a:latin typeface="DejaVu Sans"/>
                <a:ea typeface="DejaVu Sans"/>
                <a:cs typeface="DejaVu Sans"/>
              </a:defRPr>
            </a:lvl9pPr>
          </a:lstStyle>
          <a:p xmlns:a="http://schemas.openxmlformats.org/drawingml/2006/main">
            <a:pPr algn="l">
              <a:defRPr sz="3300" b="1">
                <a:solidFill>
                  <a:srgbClr val="122139"/>
                </a:solidFill>
                <a:latin typeface="DejaVu Sans"/>
                <a:ea typeface="DejaVu Sans"/>
                <a:cs typeface="DejaVu Sans"/>
              </a:defRPr>
            </a:pPr>
            <a:r>
              <a:rPr sz="3300" b="1">
                <a:solidFill>
                  <a:srgbClr val="122139"/>
                </a:solidFill>
                <a:latin typeface="DejaVu Sans"/>
                <a:ea typeface="DejaVu Sans"/>
                <a:cs typeface="DejaVu Sans"/>
              </a:rPr>
              <a:t>FleetDesk system architecture</a:t>
            </a:r>
          </a:p>
        </p:txBody>
      </p:sp>
      <p:sp>
        <p:nvSpPr>
          <p:cNvPr id="2" name="subtitle">
            <a:extLst xmlns:a="http://schemas.openxmlformats.org/drawingml/2006/main">
              <a:ext uri="{FF2B5EF4-FFF2-40B4-BE49-F238E27FC236}">
                <a16:creationId xmlns:a16="http://schemas.microsoft.com/office/drawing/2014/main" id="{04221F02-9468-4EC9-99E4-3C73D78E68FF}"/>
              </a:ext>
            </a:extLst>
          </p:cNvPr>
          <p:cNvSpPr>
            <a:spLocks xmlns:a="http://schemas.openxmlformats.org/drawingml/2006/main" noGrp="1"/>
          </p:cNvSpPr>
          <p:nvPr/>
        </p:nvSpPr>
        <p:spPr>
          <a:xfrm xmlns:a="http://schemas.openxmlformats.org/drawingml/2006/main">
            <a:off x="609600" y="10668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06176"/>
                </a:solidFill>
                <a:latin typeface="DejaVu Sans"/>
                <a:ea typeface="DejaVu Sans"/>
                <a:cs typeface="DejaVu Sans"/>
              </a:defRPr>
            </a:defPPr>
            <a:lvl1pPr algn="l">
              <a:defRPr sz="1875" b="0">
                <a:solidFill>
                  <a:srgbClr val="506176"/>
                </a:solidFill>
                <a:latin typeface="DejaVu Sans"/>
                <a:ea typeface="DejaVu Sans"/>
                <a:cs typeface="DejaVu Sans"/>
              </a:defRPr>
            </a:lvl1pPr>
            <a:lvl2pPr algn="l">
              <a:defRPr sz="1875" b="0">
                <a:solidFill>
                  <a:srgbClr val="506176"/>
                </a:solidFill>
                <a:latin typeface="DejaVu Sans"/>
                <a:ea typeface="DejaVu Sans"/>
                <a:cs typeface="DejaVu Sans"/>
              </a:defRPr>
            </a:lvl2pPr>
            <a:lvl3pPr algn="l">
              <a:defRPr sz="1875" b="0">
                <a:solidFill>
                  <a:srgbClr val="506176"/>
                </a:solidFill>
                <a:latin typeface="DejaVu Sans"/>
                <a:ea typeface="DejaVu Sans"/>
                <a:cs typeface="DejaVu Sans"/>
              </a:defRPr>
            </a:lvl3pPr>
            <a:lvl4pPr algn="l">
              <a:defRPr sz="1875" b="0">
                <a:solidFill>
                  <a:srgbClr val="506176"/>
                </a:solidFill>
                <a:latin typeface="DejaVu Sans"/>
                <a:ea typeface="DejaVu Sans"/>
                <a:cs typeface="DejaVu Sans"/>
              </a:defRPr>
            </a:lvl4pPr>
            <a:lvl5pPr algn="l">
              <a:defRPr sz="1875" b="0">
                <a:solidFill>
                  <a:srgbClr val="506176"/>
                </a:solidFill>
                <a:latin typeface="DejaVu Sans"/>
                <a:ea typeface="DejaVu Sans"/>
                <a:cs typeface="DejaVu Sans"/>
              </a:defRPr>
            </a:lvl5pPr>
            <a:lvl6pPr algn="l">
              <a:defRPr sz="1875" b="0">
                <a:solidFill>
                  <a:srgbClr val="506176"/>
                </a:solidFill>
                <a:latin typeface="DejaVu Sans"/>
                <a:ea typeface="DejaVu Sans"/>
                <a:cs typeface="DejaVu Sans"/>
              </a:defRPr>
            </a:lvl6pPr>
            <a:lvl7pPr algn="l">
              <a:defRPr sz="1875" b="0">
                <a:solidFill>
                  <a:srgbClr val="506176"/>
                </a:solidFill>
                <a:latin typeface="DejaVu Sans"/>
                <a:ea typeface="DejaVu Sans"/>
                <a:cs typeface="DejaVu Sans"/>
              </a:defRPr>
            </a:lvl7pPr>
            <a:lvl8pPr algn="l">
              <a:defRPr sz="1875" b="0">
                <a:solidFill>
                  <a:srgbClr val="506176"/>
                </a:solidFill>
                <a:latin typeface="DejaVu Sans"/>
                <a:ea typeface="DejaVu Sans"/>
                <a:cs typeface="DejaVu Sans"/>
              </a:defRPr>
            </a:lvl8pPr>
            <a:lvl9pPr algn="l">
              <a:defRPr sz="1875" b="0">
                <a:solidFill>
                  <a:srgbClr val="506176"/>
                </a:solidFill>
                <a:latin typeface="DejaVu Sans"/>
                <a:ea typeface="DejaVu Sans"/>
                <a:cs typeface="DejaVu Sans"/>
              </a:defRPr>
            </a:lvl9pPr>
          </a:lstStyle>
          <a:p xmlns:a="http://schemas.openxmlformats.org/drawingml/2006/main">
            <a:pPr algn="l">
              <a:defRPr sz="1875" b="0">
                <a:solidFill>
                  <a:srgbClr val="506176"/>
                </a:solidFill>
                <a:latin typeface="DejaVu Sans"/>
                <a:ea typeface="DejaVu Sans"/>
                <a:cs typeface="DejaVu Sans"/>
              </a:defRPr>
            </a:pPr>
            <a:r>
              <a:rPr sz="1875" b="0">
                <a:solidFill>
                  <a:srgbClr val="506176"/>
                </a:solidFill>
                <a:latin typeface="DejaVu Sans"/>
                <a:ea typeface="DejaVu Sans"/>
                <a:cs typeface="DejaVu Sans"/>
              </a:rPr>
              <a:t>SE411 Part 2: a React interface connected to a Java Spring server</a:t>
            </a:r>
          </a:p>
        </p:txBody>
      </p:sp>
      <p:sp>
        <p:nvSpPr>
          <p:cNvPr id="3" name="Spring-server-boundary">
            <a:extLst xmlns:a="http://schemas.openxmlformats.org/drawingml/2006/main">
              <a:ext uri="{FF2B5EF4-FFF2-40B4-BE49-F238E27FC236}">
                <a16:creationId xmlns:a16="http://schemas.microsoft.com/office/drawing/2014/main" id="{70C764FA-F84D-4A25-8D7A-E57504CF24B9}"/>
              </a:ext>
            </a:extLst>
          </p:cNvPr>
          <p:cNvSpPr>
            <a:spLocks xmlns:a="http://schemas.openxmlformats.org/drawingml/2006/main" noGrp="1"/>
          </p:cNvSpPr>
          <p:nvPr/>
        </p:nvSpPr>
        <p:spPr>
          <a:xfrm xmlns:a="http://schemas.openxmlformats.org/drawingml/2006/main">
            <a:off x="3600450" y="1962150"/>
            <a:ext cx="5219700" cy="3181350"/>
          </a:xfrm>
          <a:prstGeom xmlns:a="http://schemas.openxmlformats.org/drawingml/2006/main" prst="rect">
            <a:avLst/>
          </a:prstGeom>
          <a:solidFill xmlns:a="http://schemas.openxmlformats.org/drawingml/2006/main">
            <a:srgbClr val="F2F6FD"/>
          </a:solidFill>
          <a:ln xmlns:a="http://schemas.openxmlformats.org/drawingml/2006/main" w="14288">
            <a:solidFill>
              <a:srgbClr val="D7E1EF"/>
            </a:solidFill>
            <a:prstDash val="solid"/>
          </a:ln>
        </p:spPr>
      </p:sp>
      <p:sp>
        <p:nvSpPr>
          <p:cNvPr id="4" name="server-title">
            <a:extLst xmlns:a="http://schemas.openxmlformats.org/drawingml/2006/main">
              <a:ext uri="{FF2B5EF4-FFF2-40B4-BE49-F238E27FC236}">
                <a16:creationId xmlns:a16="http://schemas.microsoft.com/office/drawing/2014/main" id="{C21F236E-6C6D-4C27-B54D-0EAF968D9C24}"/>
              </a:ext>
            </a:extLst>
          </p:cNvPr>
          <p:cNvSpPr>
            <a:spLocks xmlns:a="http://schemas.openxmlformats.org/drawingml/2006/main" noGrp="1"/>
          </p:cNvSpPr>
          <p:nvPr/>
        </p:nvSpPr>
        <p:spPr>
          <a:xfrm xmlns:a="http://schemas.openxmlformats.org/drawingml/2006/main">
            <a:off x="3810000" y="2057400"/>
            <a:ext cx="4800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563EB"/>
                </a:solidFill>
                <a:latin typeface="DejaVu Sans"/>
                <a:ea typeface="DejaVu Sans"/>
                <a:cs typeface="DejaVu Sans"/>
              </a:defRPr>
            </a:defPPr>
            <a:lvl1pPr algn="l">
              <a:defRPr sz="1725" b="1">
                <a:solidFill>
                  <a:srgbClr val="2563EB"/>
                </a:solidFill>
                <a:latin typeface="DejaVu Sans"/>
                <a:ea typeface="DejaVu Sans"/>
                <a:cs typeface="DejaVu Sans"/>
              </a:defRPr>
            </a:lvl1pPr>
            <a:lvl2pPr algn="l">
              <a:defRPr sz="1725" b="1">
                <a:solidFill>
                  <a:srgbClr val="2563EB"/>
                </a:solidFill>
                <a:latin typeface="DejaVu Sans"/>
                <a:ea typeface="DejaVu Sans"/>
                <a:cs typeface="DejaVu Sans"/>
              </a:defRPr>
            </a:lvl2pPr>
            <a:lvl3pPr algn="l">
              <a:defRPr sz="1725" b="1">
                <a:solidFill>
                  <a:srgbClr val="2563EB"/>
                </a:solidFill>
                <a:latin typeface="DejaVu Sans"/>
                <a:ea typeface="DejaVu Sans"/>
                <a:cs typeface="DejaVu Sans"/>
              </a:defRPr>
            </a:lvl3pPr>
            <a:lvl4pPr algn="l">
              <a:defRPr sz="1725" b="1">
                <a:solidFill>
                  <a:srgbClr val="2563EB"/>
                </a:solidFill>
                <a:latin typeface="DejaVu Sans"/>
                <a:ea typeface="DejaVu Sans"/>
                <a:cs typeface="DejaVu Sans"/>
              </a:defRPr>
            </a:lvl4pPr>
            <a:lvl5pPr algn="l">
              <a:defRPr sz="1725" b="1">
                <a:solidFill>
                  <a:srgbClr val="2563EB"/>
                </a:solidFill>
                <a:latin typeface="DejaVu Sans"/>
                <a:ea typeface="DejaVu Sans"/>
                <a:cs typeface="DejaVu Sans"/>
              </a:defRPr>
            </a:lvl5pPr>
            <a:lvl6pPr algn="l">
              <a:defRPr sz="1725" b="1">
                <a:solidFill>
                  <a:srgbClr val="2563EB"/>
                </a:solidFill>
                <a:latin typeface="DejaVu Sans"/>
                <a:ea typeface="DejaVu Sans"/>
                <a:cs typeface="DejaVu Sans"/>
              </a:defRPr>
            </a:lvl6pPr>
            <a:lvl7pPr algn="l">
              <a:defRPr sz="1725" b="1">
                <a:solidFill>
                  <a:srgbClr val="2563EB"/>
                </a:solidFill>
                <a:latin typeface="DejaVu Sans"/>
                <a:ea typeface="DejaVu Sans"/>
                <a:cs typeface="DejaVu Sans"/>
              </a:defRPr>
            </a:lvl7pPr>
            <a:lvl8pPr algn="l">
              <a:defRPr sz="1725" b="1">
                <a:solidFill>
                  <a:srgbClr val="2563EB"/>
                </a:solidFill>
                <a:latin typeface="DejaVu Sans"/>
                <a:ea typeface="DejaVu Sans"/>
                <a:cs typeface="DejaVu Sans"/>
              </a:defRPr>
            </a:lvl8pPr>
            <a:lvl9pPr algn="l">
              <a:defRPr sz="1725" b="1">
                <a:solidFill>
                  <a:srgbClr val="2563EB"/>
                </a:solidFill>
                <a:latin typeface="DejaVu Sans"/>
                <a:ea typeface="DejaVu Sans"/>
                <a:cs typeface="DejaVu Sans"/>
              </a:defRPr>
            </a:lvl9pPr>
          </a:lstStyle>
          <a:p xmlns:a="http://schemas.openxmlformats.org/drawingml/2006/main">
            <a:pPr algn="l">
              <a:defRPr sz="1725" b="1">
                <a:solidFill>
                  <a:srgbClr val="2563EB"/>
                </a:solidFill>
                <a:latin typeface="DejaVu Sans"/>
                <a:ea typeface="DejaVu Sans"/>
                <a:cs typeface="DejaVu Sans"/>
              </a:defRPr>
            </a:pPr>
            <a:r>
              <a:rPr sz="1725" b="1">
                <a:solidFill>
                  <a:srgbClr val="2563EB"/>
                </a:solidFill>
                <a:latin typeface="DejaVu Sans"/>
                <a:ea typeface="DejaVu Sans"/>
                <a:cs typeface="DejaVu Sans"/>
              </a:rPr>
              <a:t>Spring Boot / Java 17</a:t>
            </a:r>
          </a:p>
        </p:txBody>
      </p:sp>
      <p:sp>
        <p:nvSpPr>
          <p:cNvPr id="5" name="browser">
            <a:extLst xmlns:a="http://schemas.openxmlformats.org/drawingml/2006/main">
              <a:ext uri="{FF2B5EF4-FFF2-40B4-BE49-F238E27FC236}">
                <a16:creationId xmlns:a16="http://schemas.microsoft.com/office/drawing/2014/main" id="{B3942399-A257-4613-8FD8-FE7763616808}"/>
              </a:ext>
            </a:extLst>
          </p:cNvPr>
          <p:cNvSpPr>
            <a:spLocks xmlns:a="http://schemas.openxmlformats.org/drawingml/2006/main" noGrp="1"/>
          </p:cNvSpPr>
          <p:nvPr/>
        </p:nvSpPr>
        <p:spPr>
          <a:xfrm xmlns:a="http://schemas.openxmlformats.org/drawingml/2006/main">
            <a:off x="609600" y="2647950"/>
            <a:ext cx="2152650" cy="1028700"/>
          </a:xfrm>
          <a:prstGeom xmlns:a="http://schemas.openxmlformats.org/drawingml/2006/main" prst="rect">
            <a:avLst/>
          </a:prstGeom>
          <a:solidFill xmlns:a="http://schemas.openxmlformats.org/drawingml/2006/main">
            <a:srgbClr val="122139"/>
          </a:solidFill>
          <a:ln xmlns:a="http://schemas.openxmlformats.org/drawingml/2006/main" w="14288">
            <a:solidFill>
              <a:srgbClr val="122139"/>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DejaVu Sans"/>
                <a:ea typeface="DejaVu Sans"/>
                <a:cs typeface="DejaVu Sans"/>
              </a:defRPr>
            </a:defPPr>
            <a:lvl1pPr algn="ctr">
              <a:defRPr sz="1725">
                <a:solidFill>
                  <a:srgbClr val="FFFFFF"/>
                </a:solidFill>
                <a:latin typeface="DejaVu Sans"/>
                <a:ea typeface="DejaVu Sans"/>
                <a:cs typeface="DejaVu Sans"/>
              </a:defRPr>
            </a:lvl1pPr>
            <a:lvl2pPr algn="ctr">
              <a:defRPr sz="1725">
                <a:solidFill>
                  <a:srgbClr val="FFFFFF"/>
                </a:solidFill>
                <a:latin typeface="DejaVu Sans"/>
                <a:ea typeface="DejaVu Sans"/>
                <a:cs typeface="DejaVu Sans"/>
              </a:defRPr>
            </a:lvl2pPr>
            <a:lvl3pPr algn="ctr">
              <a:defRPr sz="1725">
                <a:solidFill>
                  <a:srgbClr val="FFFFFF"/>
                </a:solidFill>
                <a:latin typeface="DejaVu Sans"/>
                <a:ea typeface="DejaVu Sans"/>
                <a:cs typeface="DejaVu Sans"/>
              </a:defRPr>
            </a:lvl3pPr>
            <a:lvl4pPr algn="ctr">
              <a:defRPr sz="1725">
                <a:solidFill>
                  <a:srgbClr val="FFFFFF"/>
                </a:solidFill>
                <a:latin typeface="DejaVu Sans"/>
                <a:ea typeface="DejaVu Sans"/>
                <a:cs typeface="DejaVu Sans"/>
              </a:defRPr>
            </a:lvl4pPr>
            <a:lvl5pPr algn="ctr">
              <a:defRPr sz="1725">
                <a:solidFill>
                  <a:srgbClr val="FFFFFF"/>
                </a:solidFill>
                <a:latin typeface="DejaVu Sans"/>
                <a:ea typeface="DejaVu Sans"/>
                <a:cs typeface="DejaVu Sans"/>
              </a:defRPr>
            </a:lvl5pPr>
            <a:lvl6pPr algn="ctr">
              <a:defRPr sz="1725">
                <a:solidFill>
                  <a:srgbClr val="FFFFFF"/>
                </a:solidFill>
                <a:latin typeface="DejaVu Sans"/>
                <a:ea typeface="DejaVu Sans"/>
                <a:cs typeface="DejaVu Sans"/>
              </a:defRPr>
            </a:lvl6pPr>
            <a:lvl7pPr algn="ctr">
              <a:defRPr sz="1725">
                <a:solidFill>
                  <a:srgbClr val="FFFFFF"/>
                </a:solidFill>
                <a:latin typeface="DejaVu Sans"/>
                <a:ea typeface="DejaVu Sans"/>
                <a:cs typeface="DejaVu Sans"/>
              </a:defRPr>
            </a:lvl7pPr>
            <a:lvl8pPr algn="ctr">
              <a:defRPr sz="1725">
                <a:solidFill>
                  <a:srgbClr val="FFFFFF"/>
                </a:solidFill>
                <a:latin typeface="DejaVu Sans"/>
                <a:ea typeface="DejaVu Sans"/>
                <a:cs typeface="DejaVu Sans"/>
              </a:defRPr>
            </a:lvl8pPr>
            <a:lvl9pPr algn="ctr">
              <a:defRPr sz="1725">
                <a:solidFill>
                  <a:srgbClr val="FFFFFF"/>
                </a:solidFill>
                <a:latin typeface="DejaVu Sans"/>
                <a:ea typeface="DejaVu Sans"/>
                <a:cs typeface="DejaVu Sans"/>
              </a:defRPr>
            </a:lvl9pPr>
          </a:lstStyle>
          <a:p xmlns:a="http://schemas.openxmlformats.org/drawingml/2006/main">
            <a:pPr algn="ctr">
              <a:defRPr sz="1725">
                <a:solidFill>
                  <a:srgbClr val="FFFFFF"/>
                </a:solidFill>
                <a:latin typeface="DejaVu Sans"/>
                <a:ea typeface="DejaVu Sans"/>
                <a:cs typeface="DejaVu Sans"/>
              </a:defRPr>
            </a:pPr>
            <a:r>
              <a:rPr sz="1725">
                <a:solidFill>
                  <a:srgbClr val="FFFFFF"/>
                </a:solidFill>
                <a:latin typeface="DejaVu Sans"/>
                <a:ea typeface="DejaVu Sans"/>
                <a:cs typeface="DejaVu Sans"/>
              </a:rPr>
              <a:t>React browser</a:t>
            </a:r>
          </a:p>
          <a:p xmlns:a="http://schemas.openxmlformats.org/drawingml/2006/main">
            <a:pPr algn="ctr">
              <a:defRPr sz="1725">
                <a:solidFill>
                  <a:srgbClr val="FFFFFF"/>
                </a:solidFill>
                <a:latin typeface="DejaVu Sans"/>
                <a:ea typeface="DejaVu Sans"/>
                <a:cs typeface="DejaVu Sans"/>
              </a:defRPr>
            </a:pPr>
            <a:r>
              <a:rPr sz="1725">
                <a:solidFill>
                  <a:srgbClr val="FFFFFF"/>
                </a:solidFill>
                <a:latin typeface="DejaVu Sans"/>
                <a:ea typeface="DejaVu Sans"/>
                <a:cs typeface="DejaVu Sans"/>
              </a:rPr>
              <a:t>Forms and inventory</a:t>
            </a:r>
          </a:p>
        </p:txBody>
      </p:sp>
      <p:sp>
        <p:nvSpPr>
          <p:cNvPr id="6" name="controller">
            <a:extLst xmlns:a="http://schemas.openxmlformats.org/drawingml/2006/main">
              <a:ext uri="{FF2B5EF4-FFF2-40B4-BE49-F238E27FC236}">
                <a16:creationId xmlns:a16="http://schemas.microsoft.com/office/drawing/2014/main" id="{EC466154-850C-426B-8FC3-A98426D05412}"/>
              </a:ext>
            </a:extLst>
          </p:cNvPr>
          <p:cNvSpPr>
            <a:spLocks xmlns:a="http://schemas.openxmlformats.org/drawingml/2006/main" noGrp="1"/>
          </p:cNvSpPr>
          <p:nvPr/>
        </p:nvSpPr>
        <p:spPr>
          <a:xfrm xmlns:a="http://schemas.openxmlformats.org/drawingml/2006/main">
            <a:off x="3829050" y="2647950"/>
            <a:ext cx="203835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CBD6E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22139"/>
                </a:solidFill>
                <a:latin typeface="DejaVu Sans"/>
                <a:ea typeface="DejaVu Sans"/>
                <a:cs typeface="DejaVu Sans"/>
              </a:defRPr>
            </a:defPPr>
            <a:lvl1pPr algn="ctr">
              <a:defRPr sz="1725">
                <a:solidFill>
                  <a:srgbClr val="122139"/>
                </a:solidFill>
                <a:latin typeface="DejaVu Sans"/>
                <a:ea typeface="DejaVu Sans"/>
                <a:cs typeface="DejaVu Sans"/>
              </a:defRPr>
            </a:lvl1pPr>
            <a:lvl2pPr algn="ctr">
              <a:defRPr sz="1725">
                <a:solidFill>
                  <a:srgbClr val="122139"/>
                </a:solidFill>
                <a:latin typeface="DejaVu Sans"/>
                <a:ea typeface="DejaVu Sans"/>
                <a:cs typeface="DejaVu Sans"/>
              </a:defRPr>
            </a:lvl2pPr>
            <a:lvl3pPr algn="ctr">
              <a:defRPr sz="1725">
                <a:solidFill>
                  <a:srgbClr val="122139"/>
                </a:solidFill>
                <a:latin typeface="DejaVu Sans"/>
                <a:ea typeface="DejaVu Sans"/>
                <a:cs typeface="DejaVu Sans"/>
              </a:defRPr>
            </a:lvl3pPr>
            <a:lvl4pPr algn="ctr">
              <a:defRPr sz="1725">
                <a:solidFill>
                  <a:srgbClr val="122139"/>
                </a:solidFill>
                <a:latin typeface="DejaVu Sans"/>
                <a:ea typeface="DejaVu Sans"/>
                <a:cs typeface="DejaVu Sans"/>
              </a:defRPr>
            </a:lvl4pPr>
            <a:lvl5pPr algn="ctr">
              <a:defRPr sz="1725">
                <a:solidFill>
                  <a:srgbClr val="122139"/>
                </a:solidFill>
                <a:latin typeface="DejaVu Sans"/>
                <a:ea typeface="DejaVu Sans"/>
                <a:cs typeface="DejaVu Sans"/>
              </a:defRPr>
            </a:lvl5pPr>
            <a:lvl6pPr algn="ctr">
              <a:defRPr sz="1725">
                <a:solidFill>
                  <a:srgbClr val="122139"/>
                </a:solidFill>
                <a:latin typeface="DejaVu Sans"/>
                <a:ea typeface="DejaVu Sans"/>
                <a:cs typeface="DejaVu Sans"/>
              </a:defRPr>
            </a:lvl6pPr>
            <a:lvl7pPr algn="ctr">
              <a:defRPr sz="1725">
                <a:solidFill>
                  <a:srgbClr val="122139"/>
                </a:solidFill>
                <a:latin typeface="DejaVu Sans"/>
                <a:ea typeface="DejaVu Sans"/>
                <a:cs typeface="DejaVu Sans"/>
              </a:defRPr>
            </a:lvl7pPr>
            <a:lvl8pPr algn="ctr">
              <a:defRPr sz="1725">
                <a:solidFill>
                  <a:srgbClr val="122139"/>
                </a:solidFill>
                <a:latin typeface="DejaVu Sans"/>
                <a:ea typeface="DejaVu Sans"/>
                <a:cs typeface="DejaVu Sans"/>
              </a:defRPr>
            </a:lvl8pPr>
            <a:lvl9pPr algn="ctr">
              <a:defRPr sz="1725">
                <a:solidFill>
                  <a:srgbClr val="122139"/>
                </a:solidFill>
                <a:latin typeface="DejaVu Sans"/>
                <a:ea typeface="DejaVu Sans"/>
                <a:cs typeface="DejaVu Sans"/>
              </a:defRPr>
            </a:lvl9pPr>
          </a:lstStyle>
          <a:p xmlns:a="http://schemas.openxmlformats.org/drawingml/2006/main">
            <a:pPr algn="ctr">
              <a:defRPr sz="1725">
                <a:solidFill>
                  <a:srgbClr val="122139"/>
                </a:solidFill>
                <a:latin typeface="DejaVu Sans"/>
                <a:ea typeface="DejaVu Sans"/>
                <a:cs typeface="DejaVu Sans"/>
              </a:defRPr>
            </a:pPr>
            <a:r>
              <a:rPr sz="1725">
                <a:solidFill>
                  <a:srgbClr val="122139"/>
                </a:solidFill>
                <a:latin typeface="DejaVu Sans"/>
                <a:ea typeface="DejaVu Sans"/>
                <a:cs typeface="DejaVu Sans"/>
              </a:rPr>
              <a:t>Controller</a:t>
            </a:r>
          </a:p>
          <a:p xmlns:a="http://schemas.openxmlformats.org/drawingml/2006/main">
            <a:pPr algn="ctr">
              <a:defRPr sz="1725">
                <a:solidFill>
                  <a:srgbClr val="122139"/>
                </a:solidFill>
                <a:latin typeface="DejaVu Sans"/>
                <a:ea typeface="DejaVu Sans"/>
                <a:cs typeface="DejaVu Sans"/>
              </a:defRPr>
            </a:pPr>
            <a:r>
              <a:rPr sz="1725">
                <a:solidFill>
                  <a:srgbClr val="122139"/>
                </a:solidFill>
                <a:latin typeface="DejaVu Sans"/>
                <a:ea typeface="DejaVu Sans"/>
                <a:cs typeface="DejaVu Sans"/>
              </a:rPr>
              <a:t>Routes + validation</a:t>
            </a:r>
          </a:p>
        </p:txBody>
      </p:sp>
      <p:sp>
        <p:nvSpPr>
          <p:cNvPr id="7" name="service">
            <a:extLst xmlns:a="http://schemas.openxmlformats.org/drawingml/2006/main">
              <a:ext uri="{FF2B5EF4-FFF2-40B4-BE49-F238E27FC236}">
                <a16:creationId xmlns:a16="http://schemas.microsoft.com/office/drawing/2014/main" id="{A7A1DF43-FF78-49E9-AC78-E65DC99F76D1}"/>
              </a:ext>
            </a:extLst>
          </p:cNvPr>
          <p:cNvSpPr>
            <a:spLocks xmlns:a="http://schemas.openxmlformats.org/drawingml/2006/main" noGrp="1"/>
          </p:cNvSpPr>
          <p:nvPr/>
        </p:nvSpPr>
        <p:spPr>
          <a:xfrm xmlns:a="http://schemas.openxmlformats.org/drawingml/2006/main">
            <a:off x="6515100" y="2647950"/>
            <a:ext cx="203835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CBD6E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22139"/>
                </a:solidFill>
                <a:latin typeface="DejaVu Sans"/>
                <a:ea typeface="DejaVu Sans"/>
                <a:cs typeface="DejaVu Sans"/>
              </a:defRPr>
            </a:defPPr>
            <a:lvl1pPr algn="ctr">
              <a:defRPr sz="1725">
                <a:solidFill>
                  <a:srgbClr val="122139"/>
                </a:solidFill>
                <a:latin typeface="DejaVu Sans"/>
                <a:ea typeface="DejaVu Sans"/>
                <a:cs typeface="DejaVu Sans"/>
              </a:defRPr>
            </a:lvl1pPr>
            <a:lvl2pPr algn="ctr">
              <a:defRPr sz="1725">
                <a:solidFill>
                  <a:srgbClr val="122139"/>
                </a:solidFill>
                <a:latin typeface="DejaVu Sans"/>
                <a:ea typeface="DejaVu Sans"/>
                <a:cs typeface="DejaVu Sans"/>
              </a:defRPr>
            </a:lvl2pPr>
            <a:lvl3pPr algn="ctr">
              <a:defRPr sz="1725">
                <a:solidFill>
                  <a:srgbClr val="122139"/>
                </a:solidFill>
                <a:latin typeface="DejaVu Sans"/>
                <a:ea typeface="DejaVu Sans"/>
                <a:cs typeface="DejaVu Sans"/>
              </a:defRPr>
            </a:lvl3pPr>
            <a:lvl4pPr algn="ctr">
              <a:defRPr sz="1725">
                <a:solidFill>
                  <a:srgbClr val="122139"/>
                </a:solidFill>
                <a:latin typeface="DejaVu Sans"/>
                <a:ea typeface="DejaVu Sans"/>
                <a:cs typeface="DejaVu Sans"/>
              </a:defRPr>
            </a:lvl4pPr>
            <a:lvl5pPr algn="ctr">
              <a:defRPr sz="1725">
                <a:solidFill>
                  <a:srgbClr val="122139"/>
                </a:solidFill>
                <a:latin typeface="DejaVu Sans"/>
                <a:ea typeface="DejaVu Sans"/>
                <a:cs typeface="DejaVu Sans"/>
              </a:defRPr>
            </a:lvl5pPr>
            <a:lvl6pPr algn="ctr">
              <a:defRPr sz="1725">
                <a:solidFill>
                  <a:srgbClr val="122139"/>
                </a:solidFill>
                <a:latin typeface="DejaVu Sans"/>
                <a:ea typeface="DejaVu Sans"/>
                <a:cs typeface="DejaVu Sans"/>
              </a:defRPr>
            </a:lvl6pPr>
            <a:lvl7pPr algn="ctr">
              <a:defRPr sz="1725">
                <a:solidFill>
                  <a:srgbClr val="122139"/>
                </a:solidFill>
                <a:latin typeface="DejaVu Sans"/>
                <a:ea typeface="DejaVu Sans"/>
                <a:cs typeface="DejaVu Sans"/>
              </a:defRPr>
            </a:lvl7pPr>
            <a:lvl8pPr algn="ctr">
              <a:defRPr sz="1725">
                <a:solidFill>
                  <a:srgbClr val="122139"/>
                </a:solidFill>
                <a:latin typeface="DejaVu Sans"/>
                <a:ea typeface="DejaVu Sans"/>
                <a:cs typeface="DejaVu Sans"/>
              </a:defRPr>
            </a:lvl8pPr>
            <a:lvl9pPr algn="ctr">
              <a:defRPr sz="1725">
                <a:solidFill>
                  <a:srgbClr val="122139"/>
                </a:solidFill>
                <a:latin typeface="DejaVu Sans"/>
                <a:ea typeface="DejaVu Sans"/>
                <a:cs typeface="DejaVu Sans"/>
              </a:defRPr>
            </a:lvl9pPr>
          </a:lstStyle>
          <a:p xmlns:a="http://schemas.openxmlformats.org/drawingml/2006/main">
            <a:pPr algn="ctr">
              <a:defRPr sz="1725">
                <a:solidFill>
                  <a:srgbClr val="122139"/>
                </a:solidFill>
                <a:latin typeface="DejaVu Sans"/>
                <a:ea typeface="DejaVu Sans"/>
                <a:cs typeface="DejaVu Sans"/>
              </a:defRPr>
            </a:pPr>
            <a:r>
              <a:rPr sz="1725">
                <a:solidFill>
                  <a:srgbClr val="122139"/>
                </a:solidFill>
                <a:latin typeface="DejaVu Sans"/>
                <a:ea typeface="DejaVu Sans"/>
                <a:cs typeface="DejaVu Sans"/>
              </a:rPr>
              <a:t>Service</a:t>
            </a:r>
          </a:p>
          <a:p xmlns:a="http://schemas.openxmlformats.org/drawingml/2006/main">
            <a:pPr algn="ctr">
              <a:defRPr sz="1725">
                <a:solidFill>
                  <a:srgbClr val="122139"/>
                </a:solidFill>
                <a:latin typeface="DejaVu Sans"/>
                <a:ea typeface="DejaVu Sans"/>
                <a:cs typeface="DejaVu Sans"/>
              </a:defRPr>
            </a:pPr>
            <a:r>
              <a:rPr sz="1725">
                <a:solidFill>
                  <a:srgbClr val="122139"/>
                </a:solidFill>
                <a:latin typeface="DejaVu Sans"/>
                <a:ea typeface="DejaVu Sans"/>
                <a:cs typeface="DejaVu Sans"/>
              </a:rPr>
              <a:t>Business rules</a:t>
            </a:r>
          </a:p>
        </p:txBody>
      </p:sp>
      <p:sp>
        <p:nvSpPr>
          <p:cNvPr id="8" name="repository">
            <a:extLst xmlns:a="http://schemas.openxmlformats.org/drawingml/2006/main">
              <a:ext uri="{FF2B5EF4-FFF2-40B4-BE49-F238E27FC236}">
                <a16:creationId xmlns:a16="http://schemas.microsoft.com/office/drawing/2014/main" id="{4F9FBDF0-BC98-46FA-A686-735DBF6B78CB}"/>
              </a:ext>
            </a:extLst>
          </p:cNvPr>
          <p:cNvSpPr>
            <a:spLocks xmlns:a="http://schemas.openxmlformats.org/drawingml/2006/main" noGrp="1"/>
          </p:cNvSpPr>
          <p:nvPr/>
        </p:nvSpPr>
        <p:spPr>
          <a:xfrm xmlns:a="http://schemas.openxmlformats.org/drawingml/2006/main">
            <a:off x="6515100" y="4076700"/>
            <a:ext cx="203835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CBD6E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22139"/>
                </a:solidFill>
                <a:latin typeface="DejaVu Sans"/>
                <a:ea typeface="DejaVu Sans"/>
                <a:cs typeface="DejaVu Sans"/>
              </a:defRPr>
            </a:defPPr>
            <a:lvl1pPr algn="ctr">
              <a:defRPr sz="1725">
                <a:solidFill>
                  <a:srgbClr val="122139"/>
                </a:solidFill>
                <a:latin typeface="DejaVu Sans"/>
                <a:ea typeface="DejaVu Sans"/>
                <a:cs typeface="DejaVu Sans"/>
              </a:defRPr>
            </a:lvl1pPr>
            <a:lvl2pPr algn="ctr">
              <a:defRPr sz="1725">
                <a:solidFill>
                  <a:srgbClr val="122139"/>
                </a:solidFill>
                <a:latin typeface="DejaVu Sans"/>
                <a:ea typeface="DejaVu Sans"/>
                <a:cs typeface="DejaVu Sans"/>
              </a:defRPr>
            </a:lvl2pPr>
            <a:lvl3pPr algn="ctr">
              <a:defRPr sz="1725">
                <a:solidFill>
                  <a:srgbClr val="122139"/>
                </a:solidFill>
                <a:latin typeface="DejaVu Sans"/>
                <a:ea typeface="DejaVu Sans"/>
                <a:cs typeface="DejaVu Sans"/>
              </a:defRPr>
            </a:lvl3pPr>
            <a:lvl4pPr algn="ctr">
              <a:defRPr sz="1725">
                <a:solidFill>
                  <a:srgbClr val="122139"/>
                </a:solidFill>
                <a:latin typeface="DejaVu Sans"/>
                <a:ea typeface="DejaVu Sans"/>
                <a:cs typeface="DejaVu Sans"/>
              </a:defRPr>
            </a:lvl4pPr>
            <a:lvl5pPr algn="ctr">
              <a:defRPr sz="1725">
                <a:solidFill>
                  <a:srgbClr val="122139"/>
                </a:solidFill>
                <a:latin typeface="DejaVu Sans"/>
                <a:ea typeface="DejaVu Sans"/>
                <a:cs typeface="DejaVu Sans"/>
              </a:defRPr>
            </a:lvl5pPr>
            <a:lvl6pPr algn="ctr">
              <a:defRPr sz="1725">
                <a:solidFill>
                  <a:srgbClr val="122139"/>
                </a:solidFill>
                <a:latin typeface="DejaVu Sans"/>
                <a:ea typeface="DejaVu Sans"/>
                <a:cs typeface="DejaVu Sans"/>
              </a:defRPr>
            </a:lvl6pPr>
            <a:lvl7pPr algn="ctr">
              <a:defRPr sz="1725">
                <a:solidFill>
                  <a:srgbClr val="122139"/>
                </a:solidFill>
                <a:latin typeface="DejaVu Sans"/>
                <a:ea typeface="DejaVu Sans"/>
                <a:cs typeface="DejaVu Sans"/>
              </a:defRPr>
            </a:lvl7pPr>
            <a:lvl8pPr algn="ctr">
              <a:defRPr sz="1725">
                <a:solidFill>
                  <a:srgbClr val="122139"/>
                </a:solidFill>
                <a:latin typeface="DejaVu Sans"/>
                <a:ea typeface="DejaVu Sans"/>
                <a:cs typeface="DejaVu Sans"/>
              </a:defRPr>
            </a:lvl8pPr>
            <a:lvl9pPr algn="ctr">
              <a:defRPr sz="1725">
                <a:solidFill>
                  <a:srgbClr val="122139"/>
                </a:solidFill>
                <a:latin typeface="DejaVu Sans"/>
                <a:ea typeface="DejaVu Sans"/>
                <a:cs typeface="DejaVu Sans"/>
              </a:defRPr>
            </a:lvl9pPr>
          </a:lstStyle>
          <a:p xmlns:a="http://schemas.openxmlformats.org/drawingml/2006/main">
            <a:pPr algn="ctr">
              <a:defRPr sz="1725">
                <a:solidFill>
                  <a:srgbClr val="122139"/>
                </a:solidFill>
                <a:latin typeface="DejaVu Sans"/>
                <a:ea typeface="DejaVu Sans"/>
                <a:cs typeface="DejaVu Sans"/>
              </a:defRPr>
            </a:pPr>
            <a:r>
              <a:rPr sz="1725">
                <a:solidFill>
                  <a:srgbClr val="122139"/>
                </a:solidFill>
                <a:latin typeface="DejaVu Sans"/>
                <a:ea typeface="DejaVu Sans"/>
                <a:cs typeface="DejaVu Sans"/>
              </a:rPr>
              <a:t>Repository</a:t>
            </a:r>
          </a:p>
          <a:p xmlns:a="http://schemas.openxmlformats.org/drawingml/2006/main">
            <a:pPr algn="ctr">
              <a:defRPr sz="1725">
                <a:solidFill>
                  <a:srgbClr val="122139"/>
                </a:solidFill>
                <a:latin typeface="DejaVu Sans"/>
                <a:ea typeface="DejaVu Sans"/>
                <a:cs typeface="DejaVu Sans"/>
              </a:defRPr>
            </a:pPr>
            <a:r>
              <a:rPr sz="1725">
                <a:solidFill>
                  <a:srgbClr val="122139"/>
                </a:solidFill>
                <a:latin typeface="DejaVu Sans"/>
                <a:ea typeface="DejaVu Sans"/>
                <a:cs typeface="DejaVu Sans"/>
              </a:rPr>
              <a:t>Spring Data JPA</a:t>
            </a:r>
          </a:p>
        </p:txBody>
      </p:sp>
      <p:sp>
        <p:nvSpPr>
          <p:cNvPr id="9" name="database">
            <a:extLst xmlns:a="http://schemas.openxmlformats.org/drawingml/2006/main">
              <a:ext uri="{FF2B5EF4-FFF2-40B4-BE49-F238E27FC236}">
                <a16:creationId xmlns:a16="http://schemas.microsoft.com/office/drawing/2014/main" id="{4A95C291-5F6E-4B28-9F35-54BE1BE7E7EA}"/>
              </a:ext>
            </a:extLst>
          </p:cNvPr>
          <p:cNvSpPr>
            <a:spLocks xmlns:a="http://schemas.openxmlformats.org/drawingml/2006/main" noGrp="1"/>
          </p:cNvSpPr>
          <p:nvPr/>
        </p:nvSpPr>
        <p:spPr>
          <a:xfrm xmlns:a="http://schemas.openxmlformats.org/drawingml/2006/main">
            <a:off x="9563100" y="4076700"/>
            <a:ext cx="2019300" cy="838200"/>
          </a:xfrm>
          <a:prstGeom xmlns:a="http://schemas.openxmlformats.org/drawingml/2006/main" prst="rect">
            <a:avLst/>
          </a:prstGeom>
          <a:solidFill xmlns:a="http://schemas.openxmlformats.org/drawingml/2006/main">
            <a:srgbClr val="122139"/>
          </a:solidFill>
          <a:ln xmlns:a="http://schemas.openxmlformats.org/drawingml/2006/main" w="14288">
            <a:solidFill>
              <a:srgbClr val="122139"/>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DejaVu Sans"/>
                <a:ea typeface="DejaVu Sans"/>
                <a:cs typeface="DejaVu Sans"/>
              </a:defRPr>
            </a:defPPr>
            <a:lvl1pPr algn="ctr">
              <a:defRPr sz="1725">
                <a:solidFill>
                  <a:srgbClr val="FFFFFF"/>
                </a:solidFill>
                <a:latin typeface="DejaVu Sans"/>
                <a:ea typeface="DejaVu Sans"/>
                <a:cs typeface="DejaVu Sans"/>
              </a:defRPr>
            </a:lvl1pPr>
            <a:lvl2pPr algn="ctr">
              <a:defRPr sz="1725">
                <a:solidFill>
                  <a:srgbClr val="FFFFFF"/>
                </a:solidFill>
                <a:latin typeface="DejaVu Sans"/>
                <a:ea typeface="DejaVu Sans"/>
                <a:cs typeface="DejaVu Sans"/>
              </a:defRPr>
            </a:lvl2pPr>
            <a:lvl3pPr algn="ctr">
              <a:defRPr sz="1725">
                <a:solidFill>
                  <a:srgbClr val="FFFFFF"/>
                </a:solidFill>
                <a:latin typeface="DejaVu Sans"/>
                <a:ea typeface="DejaVu Sans"/>
                <a:cs typeface="DejaVu Sans"/>
              </a:defRPr>
            </a:lvl3pPr>
            <a:lvl4pPr algn="ctr">
              <a:defRPr sz="1725">
                <a:solidFill>
                  <a:srgbClr val="FFFFFF"/>
                </a:solidFill>
                <a:latin typeface="DejaVu Sans"/>
                <a:ea typeface="DejaVu Sans"/>
                <a:cs typeface="DejaVu Sans"/>
              </a:defRPr>
            </a:lvl4pPr>
            <a:lvl5pPr algn="ctr">
              <a:defRPr sz="1725">
                <a:solidFill>
                  <a:srgbClr val="FFFFFF"/>
                </a:solidFill>
                <a:latin typeface="DejaVu Sans"/>
                <a:ea typeface="DejaVu Sans"/>
                <a:cs typeface="DejaVu Sans"/>
              </a:defRPr>
            </a:lvl5pPr>
            <a:lvl6pPr algn="ctr">
              <a:defRPr sz="1725">
                <a:solidFill>
                  <a:srgbClr val="FFFFFF"/>
                </a:solidFill>
                <a:latin typeface="DejaVu Sans"/>
                <a:ea typeface="DejaVu Sans"/>
                <a:cs typeface="DejaVu Sans"/>
              </a:defRPr>
            </a:lvl6pPr>
            <a:lvl7pPr algn="ctr">
              <a:defRPr sz="1725">
                <a:solidFill>
                  <a:srgbClr val="FFFFFF"/>
                </a:solidFill>
                <a:latin typeface="DejaVu Sans"/>
                <a:ea typeface="DejaVu Sans"/>
                <a:cs typeface="DejaVu Sans"/>
              </a:defRPr>
            </a:lvl7pPr>
            <a:lvl8pPr algn="ctr">
              <a:defRPr sz="1725">
                <a:solidFill>
                  <a:srgbClr val="FFFFFF"/>
                </a:solidFill>
                <a:latin typeface="DejaVu Sans"/>
                <a:ea typeface="DejaVu Sans"/>
                <a:cs typeface="DejaVu Sans"/>
              </a:defRPr>
            </a:lvl8pPr>
            <a:lvl9pPr algn="ctr">
              <a:defRPr sz="1725">
                <a:solidFill>
                  <a:srgbClr val="FFFFFF"/>
                </a:solidFill>
                <a:latin typeface="DejaVu Sans"/>
                <a:ea typeface="DejaVu Sans"/>
                <a:cs typeface="DejaVu Sans"/>
              </a:defRPr>
            </a:lvl9pPr>
          </a:lstStyle>
          <a:p xmlns:a="http://schemas.openxmlformats.org/drawingml/2006/main">
            <a:pPr algn="ctr">
              <a:defRPr sz="1725">
                <a:solidFill>
                  <a:srgbClr val="FFFFFF"/>
                </a:solidFill>
                <a:latin typeface="DejaVu Sans"/>
                <a:ea typeface="DejaVu Sans"/>
                <a:cs typeface="DejaVu Sans"/>
              </a:defRPr>
            </a:pPr>
            <a:r>
              <a:rPr sz="1725">
                <a:solidFill>
                  <a:srgbClr val="FFFFFF"/>
                </a:solidFill>
                <a:latin typeface="DejaVu Sans"/>
                <a:ea typeface="DejaVu Sans"/>
                <a:cs typeface="DejaVu Sans"/>
              </a:rPr>
              <a:t>Database</a:t>
            </a:r>
          </a:p>
          <a:p xmlns:a="http://schemas.openxmlformats.org/drawingml/2006/main">
            <a:pPr algn="ctr">
              <a:defRPr sz="1725">
                <a:solidFill>
                  <a:srgbClr val="FFFFFF"/>
                </a:solidFill>
                <a:latin typeface="DejaVu Sans"/>
                <a:ea typeface="DejaVu Sans"/>
                <a:cs typeface="DejaVu Sans"/>
              </a:defRPr>
            </a:pPr>
            <a:r>
              <a:rPr sz="1725">
                <a:solidFill>
                  <a:srgbClr val="FFFFFF"/>
                </a:solidFill>
                <a:latin typeface="DejaVu Sans"/>
                <a:ea typeface="DejaVu Sans"/>
                <a:cs typeface="DejaVu Sans"/>
              </a:rPr>
              <a:t>H2 / PostgreSQL</a:t>
            </a:r>
          </a:p>
        </p:txBody>
      </p:sp>
      <p:cxnSp>
        <p:nvCxnSpPr>
          <p:cNvPr id="10" name="">
            <a:extLst xmlns:a="http://schemas.openxmlformats.org/drawingml/2006/main">
              <a:ext uri="{FF2B5EF4-FFF2-40B4-BE49-F238E27FC236}">
                <a16:creationId xmlns:a16="http://schemas.microsoft.com/office/drawing/2014/main" id="{69EF00DC-0005-4580-9A1D-A571B094EAD8}"/>
              </a:ext>
            </a:extLst>
          </p:cNvPr>
          <p:cNvCxnSpPr>
            <a:stCxn xmlns:a="http://schemas.openxmlformats.org/drawingml/2006/main" id="5" idx="3"/>
            <a:endCxn xmlns:a="http://schemas.openxmlformats.org/drawingml/2006/main" id="6" idx="1"/>
          </p:cNvCxnSpPr>
          <p:nvPr/>
        </p:nvCxnSpPr>
        <p:spPr>
          <a:xfrm xmlns:a="http://schemas.openxmlformats.org/drawingml/2006/main">
            <a:off x="2762250" y="3162300"/>
            <a:ext cx="1066800" cy="0"/>
          </a:xfrm>
          <a:prstGeom xmlns:a="http://schemas.openxmlformats.org/drawingml/2006/main" prst="straightConnector1">
            <a:avLst/>
          </a:prstGeom>
          <a:ln xmlns:a="http://schemas.openxmlformats.org/drawingml/2006/main" w="23813">
            <a:solidFill>
              <a:srgbClr val="2563EB"/>
            </a:solidFill>
            <a:prstDash val="solid"/>
            <a:headEnd type="arrow" w="med" len="med"/>
            <a:tailEnd type="arrow" w="med" len="med"/>
          </a:ln>
        </p:spPr>
      </p:cxnSp>
      <p:cxnSp>
        <p:nvCxnSpPr>
          <p:cNvPr id="11" name="">
            <a:extLst xmlns:a="http://schemas.openxmlformats.org/drawingml/2006/main">
              <a:ext uri="{FF2B5EF4-FFF2-40B4-BE49-F238E27FC236}">
                <a16:creationId xmlns:a16="http://schemas.microsoft.com/office/drawing/2014/main" id="{8CD8EF24-920D-428A-BD7E-31BEED091A53}"/>
              </a:ext>
            </a:extLst>
          </p:cNvPr>
          <p:cNvCxnSpPr>
            <a:stCxn xmlns:a="http://schemas.openxmlformats.org/drawingml/2006/main" id="6" idx="3"/>
            <a:endCxn xmlns:a="http://schemas.openxmlformats.org/drawingml/2006/main" id="7" idx="1"/>
          </p:cNvCxnSpPr>
          <p:nvPr/>
        </p:nvCxnSpPr>
        <p:spPr>
          <a:xfrm xmlns:a="http://schemas.openxmlformats.org/drawingml/2006/main">
            <a:off x="5867400" y="3162300"/>
            <a:ext cx="647700" cy="0"/>
          </a:xfrm>
          <a:prstGeom xmlns:a="http://schemas.openxmlformats.org/drawingml/2006/main" prst="straightConnector1">
            <a:avLst/>
          </a:prstGeom>
          <a:ln xmlns:a="http://schemas.openxmlformats.org/drawingml/2006/main" w="23813">
            <a:solidFill>
              <a:srgbClr val="2563E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C3EBA2F5-F6DB-412E-B3ED-5973EF900194}"/>
              </a:ext>
            </a:extLst>
          </p:cNvPr>
          <p:cNvCxnSpPr>
            <a:stCxn xmlns:a="http://schemas.openxmlformats.org/drawingml/2006/main" id="7" idx="2"/>
            <a:endCxn xmlns:a="http://schemas.openxmlformats.org/drawingml/2006/main" id="8" idx="0"/>
          </p:cNvCxnSpPr>
          <p:nvPr/>
        </p:nvCxnSpPr>
        <p:spPr>
          <a:xfrm xmlns:a="http://schemas.openxmlformats.org/drawingml/2006/main">
            <a:off x="7534275" y="3676650"/>
            <a:ext cx="0" cy="400050"/>
          </a:xfrm>
          <a:prstGeom xmlns:a="http://schemas.openxmlformats.org/drawingml/2006/main" prst="straightConnector1">
            <a:avLst/>
          </a:prstGeom>
          <a:ln xmlns:a="http://schemas.openxmlformats.org/drawingml/2006/main" w="23813">
            <a:solidFill>
              <a:srgbClr val="2563EB"/>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D61E3192-D65E-4AF1-ADD4-536D7A7BB3B8}"/>
              </a:ext>
            </a:extLst>
          </p:cNvPr>
          <p:cNvCxnSpPr>
            <a:stCxn xmlns:a="http://schemas.openxmlformats.org/drawingml/2006/main" id="8" idx="3"/>
            <a:endCxn xmlns:a="http://schemas.openxmlformats.org/drawingml/2006/main" id="9" idx="1"/>
          </p:cNvCxnSpPr>
          <p:nvPr/>
        </p:nvCxnSpPr>
        <p:spPr>
          <a:xfrm xmlns:a="http://schemas.openxmlformats.org/drawingml/2006/main">
            <a:off x="8553450" y="4495800"/>
            <a:ext cx="1009650" cy="0"/>
          </a:xfrm>
          <a:prstGeom xmlns:a="http://schemas.openxmlformats.org/drawingml/2006/main" prst="straightConnector1">
            <a:avLst/>
          </a:prstGeom>
          <a:ln xmlns:a="http://schemas.openxmlformats.org/drawingml/2006/main" w="23813">
            <a:solidFill>
              <a:srgbClr val="2563EB"/>
            </a:solidFill>
            <a:prstDash val="solid"/>
            <a:headEnd type="arrow" w="med" len="med"/>
            <a:tailEnd type="arrow" w="med" len="med"/>
          </a:ln>
        </p:spPr>
      </p:cxnSp>
      <p:sp>
        <p:nvSpPr>
          <p:cNvPr id="14" name="http-label">
            <a:extLst xmlns:a="http://schemas.openxmlformats.org/drawingml/2006/main">
              <a:ext uri="{FF2B5EF4-FFF2-40B4-BE49-F238E27FC236}">
                <a16:creationId xmlns:a16="http://schemas.microsoft.com/office/drawing/2014/main" id="{6F8A687A-6A27-4236-810D-A34B06D0C828}"/>
              </a:ext>
            </a:extLst>
          </p:cNvPr>
          <p:cNvSpPr>
            <a:spLocks xmlns:a="http://schemas.openxmlformats.org/drawingml/2006/main" noGrp="1"/>
          </p:cNvSpPr>
          <p:nvPr/>
        </p:nvSpPr>
        <p:spPr>
          <a:xfrm xmlns:a="http://schemas.openxmlformats.org/drawingml/2006/main">
            <a:off x="2857500" y="2628900"/>
            <a:ext cx="87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2563EB"/>
                </a:solidFill>
                <a:latin typeface="DejaVu Sans"/>
                <a:ea typeface="DejaVu Sans"/>
                <a:cs typeface="DejaVu Sans"/>
              </a:defRPr>
            </a:defPPr>
            <a:lvl1pPr algn="ctr">
              <a:defRPr sz="1350" b="0">
                <a:solidFill>
                  <a:srgbClr val="2563EB"/>
                </a:solidFill>
                <a:latin typeface="DejaVu Sans"/>
                <a:ea typeface="DejaVu Sans"/>
                <a:cs typeface="DejaVu Sans"/>
              </a:defRPr>
            </a:lvl1pPr>
            <a:lvl2pPr algn="ctr">
              <a:defRPr sz="1350" b="0">
                <a:solidFill>
                  <a:srgbClr val="2563EB"/>
                </a:solidFill>
                <a:latin typeface="DejaVu Sans"/>
                <a:ea typeface="DejaVu Sans"/>
                <a:cs typeface="DejaVu Sans"/>
              </a:defRPr>
            </a:lvl2pPr>
            <a:lvl3pPr algn="ctr">
              <a:defRPr sz="1350" b="0">
                <a:solidFill>
                  <a:srgbClr val="2563EB"/>
                </a:solidFill>
                <a:latin typeface="DejaVu Sans"/>
                <a:ea typeface="DejaVu Sans"/>
                <a:cs typeface="DejaVu Sans"/>
              </a:defRPr>
            </a:lvl3pPr>
            <a:lvl4pPr algn="ctr">
              <a:defRPr sz="1350" b="0">
                <a:solidFill>
                  <a:srgbClr val="2563EB"/>
                </a:solidFill>
                <a:latin typeface="DejaVu Sans"/>
                <a:ea typeface="DejaVu Sans"/>
                <a:cs typeface="DejaVu Sans"/>
              </a:defRPr>
            </a:lvl4pPr>
            <a:lvl5pPr algn="ctr">
              <a:defRPr sz="1350" b="0">
                <a:solidFill>
                  <a:srgbClr val="2563EB"/>
                </a:solidFill>
                <a:latin typeface="DejaVu Sans"/>
                <a:ea typeface="DejaVu Sans"/>
                <a:cs typeface="DejaVu Sans"/>
              </a:defRPr>
            </a:lvl5pPr>
            <a:lvl6pPr algn="ctr">
              <a:defRPr sz="1350" b="0">
                <a:solidFill>
                  <a:srgbClr val="2563EB"/>
                </a:solidFill>
                <a:latin typeface="DejaVu Sans"/>
                <a:ea typeface="DejaVu Sans"/>
                <a:cs typeface="DejaVu Sans"/>
              </a:defRPr>
            </a:lvl6pPr>
            <a:lvl7pPr algn="ctr">
              <a:defRPr sz="1350" b="0">
                <a:solidFill>
                  <a:srgbClr val="2563EB"/>
                </a:solidFill>
                <a:latin typeface="DejaVu Sans"/>
                <a:ea typeface="DejaVu Sans"/>
                <a:cs typeface="DejaVu Sans"/>
              </a:defRPr>
            </a:lvl7pPr>
            <a:lvl8pPr algn="ctr">
              <a:defRPr sz="1350" b="0">
                <a:solidFill>
                  <a:srgbClr val="2563EB"/>
                </a:solidFill>
                <a:latin typeface="DejaVu Sans"/>
                <a:ea typeface="DejaVu Sans"/>
                <a:cs typeface="DejaVu Sans"/>
              </a:defRPr>
            </a:lvl8pPr>
            <a:lvl9pPr algn="ctr">
              <a:defRPr sz="1350" b="0">
                <a:solidFill>
                  <a:srgbClr val="2563EB"/>
                </a:solidFill>
                <a:latin typeface="DejaVu Sans"/>
                <a:ea typeface="DejaVu Sans"/>
                <a:cs typeface="DejaVu Sans"/>
              </a:defRPr>
            </a:lvl9pPr>
          </a:lstStyle>
          <a:p xmlns:a="http://schemas.openxmlformats.org/drawingml/2006/main">
            <a:pPr algn="ctr">
              <a:defRPr sz="1350" b="0">
                <a:solidFill>
                  <a:srgbClr val="2563EB"/>
                </a:solidFill>
                <a:latin typeface="DejaVu Sans"/>
                <a:ea typeface="DejaVu Sans"/>
                <a:cs typeface="DejaVu Sans"/>
              </a:defRPr>
            </a:pPr>
            <a:r>
              <a:rPr sz="1350" b="0">
                <a:solidFill>
                  <a:srgbClr val="2563EB"/>
                </a:solidFill>
                <a:latin typeface="DejaVu Sans"/>
                <a:ea typeface="DejaVu Sans"/>
                <a:cs typeface="DejaVu Sans"/>
              </a:rPr>
              <a:t>HTTP</a:t>
            </a:r>
          </a:p>
          <a:p xmlns:a="http://schemas.openxmlformats.org/drawingml/2006/main">
            <a:pPr algn="ctr">
              <a:defRPr sz="1350" b="0">
                <a:solidFill>
                  <a:srgbClr val="2563EB"/>
                </a:solidFill>
                <a:latin typeface="DejaVu Sans"/>
                <a:ea typeface="DejaVu Sans"/>
                <a:cs typeface="DejaVu Sans"/>
              </a:defRPr>
            </a:pPr>
            <a:r>
              <a:rPr sz="1350" b="0">
                <a:solidFill>
                  <a:srgbClr val="2563EB"/>
                </a:solidFill>
                <a:latin typeface="DejaVu Sans"/>
                <a:ea typeface="DejaVu Sans"/>
                <a:cs typeface="DejaVu Sans"/>
              </a:rPr>
              <a:t>JSON</a:t>
            </a:r>
          </a:p>
        </p:txBody>
      </p:sp>
      <p:sp>
        <p:nvSpPr>
          <p:cNvPr id="15" name="jdbc-label">
            <a:extLst xmlns:a="http://schemas.openxmlformats.org/drawingml/2006/main">
              <a:ext uri="{FF2B5EF4-FFF2-40B4-BE49-F238E27FC236}">
                <a16:creationId xmlns:a16="http://schemas.microsoft.com/office/drawing/2014/main" id="{0349ECDB-8D01-4FB8-B144-CF2C8430F158}"/>
              </a:ext>
            </a:extLst>
          </p:cNvPr>
          <p:cNvSpPr>
            <a:spLocks xmlns:a="http://schemas.openxmlformats.org/drawingml/2006/main" noGrp="1"/>
          </p:cNvSpPr>
          <p:nvPr/>
        </p:nvSpPr>
        <p:spPr>
          <a:xfrm xmlns:a="http://schemas.openxmlformats.org/drawingml/2006/main">
            <a:off x="8820150" y="4171950"/>
            <a:ext cx="72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2563EB"/>
                </a:solidFill>
                <a:latin typeface="DejaVu Sans"/>
                <a:ea typeface="DejaVu Sans"/>
                <a:cs typeface="DejaVu Sans"/>
              </a:defRPr>
            </a:defPPr>
            <a:lvl1pPr algn="ctr">
              <a:defRPr sz="1350" b="0">
                <a:solidFill>
                  <a:srgbClr val="2563EB"/>
                </a:solidFill>
                <a:latin typeface="DejaVu Sans"/>
                <a:ea typeface="DejaVu Sans"/>
                <a:cs typeface="DejaVu Sans"/>
              </a:defRPr>
            </a:lvl1pPr>
            <a:lvl2pPr algn="ctr">
              <a:defRPr sz="1350" b="0">
                <a:solidFill>
                  <a:srgbClr val="2563EB"/>
                </a:solidFill>
                <a:latin typeface="DejaVu Sans"/>
                <a:ea typeface="DejaVu Sans"/>
                <a:cs typeface="DejaVu Sans"/>
              </a:defRPr>
            </a:lvl2pPr>
            <a:lvl3pPr algn="ctr">
              <a:defRPr sz="1350" b="0">
                <a:solidFill>
                  <a:srgbClr val="2563EB"/>
                </a:solidFill>
                <a:latin typeface="DejaVu Sans"/>
                <a:ea typeface="DejaVu Sans"/>
                <a:cs typeface="DejaVu Sans"/>
              </a:defRPr>
            </a:lvl3pPr>
            <a:lvl4pPr algn="ctr">
              <a:defRPr sz="1350" b="0">
                <a:solidFill>
                  <a:srgbClr val="2563EB"/>
                </a:solidFill>
                <a:latin typeface="DejaVu Sans"/>
                <a:ea typeface="DejaVu Sans"/>
                <a:cs typeface="DejaVu Sans"/>
              </a:defRPr>
            </a:lvl4pPr>
            <a:lvl5pPr algn="ctr">
              <a:defRPr sz="1350" b="0">
                <a:solidFill>
                  <a:srgbClr val="2563EB"/>
                </a:solidFill>
                <a:latin typeface="DejaVu Sans"/>
                <a:ea typeface="DejaVu Sans"/>
                <a:cs typeface="DejaVu Sans"/>
              </a:defRPr>
            </a:lvl5pPr>
            <a:lvl6pPr algn="ctr">
              <a:defRPr sz="1350" b="0">
                <a:solidFill>
                  <a:srgbClr val="2563EB"/>
                </a:solidFill>
                <a:latin typeface="DejaVu Sans"/>
                <a:ea typeface="DejaVu Sans"/>
                <a:cs typeface="DejaVu Sans"/>
              </a:defRPr>
            </a:lvl6pPr>
            <a:lvl7pPr algn="ctr">
              <a:defRPr sz="1350" b="0">
                <a:solidFill>
                  <a:srgbClr val="2563EB"/>
                </a:solidFill>
                <a:latin typeface="DejaVu Sans"/>
                <a:ea typeface="DejaVu Sans"/>
                <a:cs typeface="DejaVu Sans"/>
              </a:defRPr>
            </a:lvl7pPr>
            <a:lvl8pPr algn="ctr">
              <a:defRPr sz="1350" b="0">
                <a:solidFill>
                  <a:srgbClr val="2563EB"/>
                </a:solidFill>
                <a:latin typeface="DejaVu Sans"/>
                <a:ea typeface="DejaVu Sans"/>
                <a:cs typeface="DejaVu Sans"/>
              </a:defRPr>
            </a:lvl8pPr>
            <a:lvl9pPr algn="ctr">
              <a:defRPr sz="1350" b="0">
                <a:solidFill>
                  <a:srgbClr val="2563EB"/>
                </a:solidFill>
                <a:latin typeface="DejaVu Sans"/>
                <a:ea typeface="DejaVu Sans"/>
                <a:cs typeface="DejaVu Sans"/>
              </a:defRPr>
            </a:lvl9pPr>
          </a:lstStyle>
          <a:p xmlns:a="http://schemas.openxmlformats.org/drawingml/2006/main">
            <a:pPr algn="ctr">
              <a:defRPr sz="1350" b="0">
                <a:solidFill>
                  <a:srgbClr val="2563EB"/>
                </a:solidFill>
                <a:latin typeface="DejaVu Sans"/>
                <a:ea typeface="DejaVu Sans"/>
                <a:cs typeface="DejaVu Sans"/>
              </a:defRPr>
            </a:pPr>
            <a:r>
              <a:rPr sz="1350" b="0">
                <a:solidFill>
                  <a:srgbClr val="2563EB"/>
                </a:solidFill>
                <a:latin typeface="DejaVu Sans"/>
                <a:ea typeface="DejaVu Sans"/>
                <a:cs typeface="DejaVu Sans"/>
              </a:rPr>
              <a:t>SQL</a:t>
            </a:r>
          </a:p>
        </p:txBody>
      </p:sp>
      <p:sp>
        <p:nvSpPr>
          <p:cNvPr id="16" name="storage-note">
            <a:extLst xmlns:a="http://schemas.openxmlformats.org/drawingml/2006/main">
              <a:ext uri="{FF2B5EF4-FFF2-40B4-BE49-F238E27FC236}">
                <a16:creationId xmlns:a16="http://schemas.microsoft.com/office/drawing/2014/main" id="{1EE86031-7961-47F9-A7E7-76E0D237FD3E}"/>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06176"/>
                </a:solidFill>
                <a:latin typeface="DejaVu Sans"/>
                <a:ea typeface="DejaVu Sans"/>
                <a:cs typeface="DejaVu Sans"/>
              </a:defRPr>
            </a:defPPr>
            <a:lvl1pPr algn="l">
              <a:defRPr sz="1800" b="0">
                <a:solidFill>
                  <a:srgbClr val="506176"/>
                </a:solidFill>
                <a:latin typeface="DejaVu Sans"/>
                <a:ea typeface="DejaVu Sans"/>
                <a:cs typeface="DejaVu Sans"/>
              </a:defRPr>
            </a:lvl1pPr>
            <a:lvl2pPr algn="l">
              <a:defRPr sz="1800" b="0">
                <a:solidFill>
                  <a:srgbClr val="506176"/>
                </a:solidFill>
                <a:latin typeface="DejaVu Sans"/>
                <a:ea typeface="DejaVu Sans"/>
                <a:cs typeface="DejaVu Sans"/>
              </a:defRPr>
            </a:lvl2pPr>
            <a:lvl3pPr algn="l">
              <a:defRPr sz="1800" b="0">
                <a:solidFill>
                  <a:srgbClr val="506176"/>
                </a:solidFill>
                <a:latin typeface="DejaVu Sans"/>
                <a:ea typeface="DejaVu Sans"/>
                <a:cs typeface="DejaVu Sans"/>
              </a:defRPr>
            </a:lvl3pPr>
            <a:lvl4pPr algn="l">
              <a:defRPr sz="1800" b="0">
                <a:solidFill>
                  <a:srgbClr val="506176"/>
                </a:solidFill>
                <a:latin typeface="DejaVu Sans"/>
                <a:ea typeface="DejaVu Sans"/>
                <a:cs typeface="DejaVu Sans"/>
              </a:defRPr>
            </a:lvl4pPr>
            <a:lvl5pPr algn="l">
              <a:defRPr sz="1800" b="0">
                <a:solidFill>
                  <a:srgbClr val="506176"/>
                </a:solidFill>
                <a:latin typeface="DejaVu Sans"/>
                <a:ea typeface="DejaVu Sans"/>
                <a:cs typeface="DejaVu Sans"/>
              </a:defRPr>
            </a:lvl5pPr>
            <a:lvl6pPr algn="l">
              <a:defRPr sz="1800" b="0">
                <a:solidFill>
                  <a:srgbClr val="506176"/>
                </a:solidFill>
                <a:latin typeface="DejaVu Sans"/>
                <a:ea typeface="DejaVu Sans"/>
                <a:cs typeface="DejaVu Sans"/>
              </a:defRPr>
            </a:lvl6pPr>
            <a:lvl7pPr algn="l">
              <a:defRPr sz="1800" b="0">
                <a:solidFill>
                  <a:srgbClr val="506176"/>
                </a:solidFill>
                <a:latin typeface="DejaVu Sans"/>
                <a:ea typeface="DejaVu Sans"/>
                <a:cs typeface="DejaVu Sans"/>
              </a:defRPr>
            </a:lvl7pPr>
            <a:lvl8pPr algn="l">
              <a:defRPr sz="1800" b="0">
                <a:solidFill>
                  <a:srgbClr val="506176"/>
                </a:solidFill>
                <a:latin typeface="DejaVu Sans"/>
                <a:ea typeface="DejaVu Sans"/>
                <a:cs typeface="DejaVu Sans"/>
              </a:defRPr>
            </a:lvl8pPr>
            <a:lvl9pPr algn="l">
              <a:defRPr sz="1800" b="0">
                <a:solidFill>
                  <a:srgbClr val="506176"/>
                </a:solidFill>
                <a:latin typeface="DejaVu Sans"/>
                <a:ea typeface="DejaVu Sans"/>
                <a:cs typeface="DejaVu Sans"/>
              </a:defRPr>
            </a:lvl9pPr>
          </a:lstStyle>
          <a:p xmlns:a="http://schemas.openxmlformats.org/drawingml/2006/main">
            <a:pPr algn="l">
              <a:defRPr sz="1800" b="0">
                <a:solidFill>
                  <a:srgbClr val="506176"/>
                </a:solidFill>
                <a:latin typeface="DejaVu Sans"/>
                <a:ea typeface="DejaVu Sans"/>
                <a:cs typeface="DejaVu Sans"/>
              </a:defRPr>
            </a:pPr>
            <a:r>
              <a:rPr sz="1800" b="0">
                <a:solidFill>
                  <a:srgbClr val="506176"/>
                </a:solidFill>
                <a:latin typeface="DejaVu Sans"/>
                <a:ea typeface="DejaVu Sans"/>
                <a:cs typeface="DejaVu Sans"/>
              </a:rPr>
              <a:t>One JAR serves the UI and API. Database records survive a restart.</a:t>
            </a:r>
          </a:p>
        </p:txBody>
      </p:sp>
      <p:sp>
        <p:nvSpPr>
          <p:cNvPr id="17" name="student-abdullah">
            <a:extLst xmlns:a="http://schemas.openxmlformats.org/drawingml/2006/main">
              <a:ext uri="{FF2B5EF4-FFF2-40B4-BE49-F238E27FC236}">
                <a16:creationId xmlns:a16="http://schemas.microsoft.com/office/drawing/2014/main" id="{8F9EE4F4-55F5-4EBF-A07C-11A7573DC5DD}"/>
              </a:ext>
            </a:extLst>
          </p:cNvPr>
          <p:cNvSpPr>
            <a:spLocks xmlns:a="http://schemas.openxmlformats.org/drawingml/2006/main" noGrp="1"/>
          </p:cNvSpPr>
          <p:nvPr/>
        </p:nvSpPr>
        <p:spPr>
          <a:xfrm xmlns:a="http://schemas.openxmlformats.org/drawingml/2006/main">
            <a:off x="609600" y="601980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506176"/>
                </a:solidFill>
                <a:latin typeface="DejaVu Sans"/>
                <a:ea typeface="DejaVu Sans"/>
                <a:cs typeface="DejaVu Sans"/>
              </a:defRPr>
            </a:defPPr>
            <a:lvl1pPr algn="l">
              <a:defRPr sz="1350" b="0">
                <a:solidFill>
                  <a:srgbClr val="506176"/>
                </a:solidFill>
                <a:latin typeface="DejaVu Sans"/>
                <a:ea typeface="DejaVu Sans"/>
                <a:cs typeface="DejaVu Sans"/>
              </a:defRPr>
            </a:lvl1pPr>
            <a:lvl2pPr algn="l">
              <a:defRPr sz="1350" b="0">
                <a:solidFill>
                  <a:srgbClr val="506176"/>
                </a:solidFill>
                <a:latin typeface="DejaVu Sans"/>
                <a:ea typeface="DejaVu Sans"/>
                <a:cs typeface="DejaVu Sans"/>
              </a:defRPr>
            </a:lvl2pPr>
            <a:lvl3pPr algn="l">
              <a:defRPr sz="1350" b="0">
                <a:solidFill>
                  <a:srgbClr val="506176"/>
                </a:solidFill>
                <a:latin typeface="DejaVu Sans"/>
                <a:ea typeface="DejaVu Sans"/>
                <a:cs typeface="DejaVu Sans"/>
              </a:defRPr>
            </a:lvl3pPr>
            <a:lvl4pPr algn="l">
              <a:defRPr sz="1350" b="0">
                <a:solidFill>
                  <a:srgbClr val="506176"/>
                </a:solidFill>
                <a:latin typeface="DejaVu Sans"/>
                <a:ea typeface="DejaVu Sans"/>
                <a:cs typeface="DejaVu Sans"/>
              </a:defRPr>
            </a:lvl4pPr>
            <a:lvl5pPr algn="l">
              <a:defRPr sz="1350" b="0">
                <a:solidFill>
                  <a:srgbClr val="506176"/>
                </a:solidFill>
                <a:latin typeface="DejaVu Sans"/>
                <a:ea typeface="DejaVu Sans"/>
                <a:cs typeface="DejaVu Sans"/>
              </a:defRPr>
            </a:lvl5pPr>
            <a:lvl6pPr algn="l">
              <a:defRPr sz="1350" b="0">
                <a:solidFill>
                  <a:srgbClr val="506176"/>
                </a:solidFill>
                <a:latin typeface="DejaVu Sans"/>
                <a:ea typeface="DejaVu Sans"/>
                <a:cs typeface="DejaVu Sans"/>
              </a:defRPr>
            </a:lvl6pPr>
            <a:lvl7pPr algn="l">
              <a:defRPr sz="1350" b="0">
                <a:solidFill>
                  <a:srgbClr val="506176"/>
                </a:solidFill>
                <a:latin typeface="DejaVu Sans"/>
                <a:ea typeface="DejaVu Sans"/>
                <a:cs typeface="DejaVu Sans"/>
              </a:defRPr>
            </a:lvl7pPr>
            <a:lvl8pPr algn="l">
              <a:defRPr sz="1350" b="0">
                <a:solidFill>
                  <a:srgbClr val="506176"/>
                </a:solidFill>
                <a:latin typeface="DejaVu Sans"/>
                <a:ea typeface="DejaVu Sans"/>
                <a:cs typeface="DejaVu Sans"/>
              </a:defRPr>
            </a:lvl8pPr>
            <a:lvl9pPr algn="l">
              <a:defRPr sz="1350" b="0">
                <a:solidFill>
                  <a:srgbClr val="506176"/>
                </a:solidFill>
                <a:latin typeface="DejaVu Sans"/>
                <a:ea typeface="DejaVu Sans"/>
                <a:cs typeface="DejaVu Sans"/>
              </a:defRPr>
            </a:lvl9pPr>
          </a:lstStyle>
          <a:p xmlns:a="http://schemas.openxmlformats.org/drawingml/2006/main">
            <a:pPr algn="l">
              <a:defRPr sz="1350" b="0">
                <a:solidFill>
                  <a:srgbClr val="506176"/>
                </a:solidFill>
                <a:latin typeface="DejaVu Sans"/>
                <a:ea typeface="DejaVu Sans"/>
                <a:cs typeface="DejaVu Sans"/>
              </a:defRPr>
            </a:pPr>
            <a:r>
              <a:rPr sz="1350" b="0">
                <a:solidFill>
                  <a:srgbClr val="506176"/>
                </a:solidFill>
                <a:latin typeface="DejaVu Sans"/>
                <a:ea typeface="DejaVu Sans"/>
                <a:cs typeface="DejaVu Sans"/>
              </a:rPr>
              <a:t>Abdullah Naif Alorabi</a:t>
            </a:r>
          </a:p>
          <a:p xmlns:a="http://schemas.openxmlformats.org/drawingml/2006/main">
            <a:pPr algn="l">
              <a:defRPr sz="1350" b="0">
                <a:solidFill>
                  <a:srgbClr val="506176"/>
                </a:solidFill>
                <a:latin typeface="DejaVu Sans"/>
                <a:ea typeface="DejaVu Sans"/>
                <a:cs typeface="DejaVu Sans"/>
              </a:defRPr>
            </a:pPr>
            <a:r>
              <a:rPr sz="1350" b="0">
                <a:solidFill>
                  <a:srgbClr val="506176"/>
                </a:solidFill>
                <a:latin typeface="DejaVu Sans"/>
                <a:ea typeface="DejaVu Sans"/>
                <a:cs typeface="DejaVu Sans"/>
              </a:rPr>
              <a:t>222110432</a:t>
            </a:r>
          </a:p>
        </p:txBody>
      </p:sp>
      <p:sp>
        <p:nvSpPr>
          <p:cNvPr id="18" name="student-yousef">
            <a:extLst xmlns:a="http://schemas.openxmlformats.org/drawingml/2006/main">
              <a:ext uri="{FF2B5EF4-FFF2-40B4-BE49-F238E27FC236}">
                <a16:creationId xmlns:a16="http://schemas.microsoft.com/office/drawing/2014/main" id="{FDA3CAE2-D3D7-4F1C-9806-57A6752A5181}"/>
              </a:ext>
            </a:extLst>
          </p:cNvPr>
          <p:cNvSpPr>
            <a:spLocks xmlns:a="http://schemas.openxmlformats.org/drawingml/2006/main" noGrp="1"/>
          </p:cNvSpPr>
          <p:nvPr/>
        </p:nvSpPr>
        <p:spPr>
          <a:xfrm xmlns:a="http://schemas.openxmlformats.org/drawingml/2006/main">
            <a:off x="4324350" y="601980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506176"/>
                </a:solidFill>
                <a:latin typeface="DejaVu Sans"/>
                <a:ea typeface="DejaVu Sans"/>
                <a:cs typeface="DejaVu Sans"/>
              </a:defRPr>
            </a:defPPr>
            <a:lvl1pPr algn="l">
              <a:defRPr sz="1350" b="0">
                <a:solidFill>
                  <a:srgbClr val="506176"/>
                </a:solidFill>
                <a:latin typeface="DejaVu Sans"/>
                <a:ea typeface="DejaVu Sans"/>
                <a:cs typeface="DejaVu Sans"/>
              </a:defRPr>
            </a:lvl1pPr>
            <a:lvl2pPr algn="l">
              <a:defRPr sz="1350" b="0">
                <a:solidFill>
                  <a:srgbClr val="506176"/>
                </a:solidFill>
                <a:latin typeface="DejaVu Sans"/>
                <a:ea typeface="DejaVu Sans"/>
                <a:cs typeface="DejaVu Sans"/>
              </a:defRPr>
            </a:lvl2pPr>
            <a:lvl3pPr algn="l">
              <a:defRPr sz="1350" b="0">
                <a:solidFill>
                  <a:srgbClr val="506176"/>
                </a:solidFill>
                <a:latin typeface="DejaVu Sans"/>
                <a:ea typeface="DejaVu Sans"/>
                <a:cs typeface="DejaVu Sans"/>
              </a:defRPr>
            </a:lvl3pPr>
            <a:lvl4pPr algn="l">
              <a:defRPr sz="1350" b="0">
                <a:solidFill>
                  <a:srgbClr val="506176"/>
                </a:solidFill>
                <a:latin typeface="DejaVu Sans"/>
                <a:ea typeface="DejaVu Sans"/>
                <a:cs typeface="DejaVu Sans"/>
              </a:defRPr>
            </a:lvl4pPr>
            <a:lvl5pPr algn="l">
              <a:defRPr sz="1350" b="0">
                <a:solidFill>
                  <a:srgbClr val="506176"/>
                </a:solidFill>
                <a:latin typeface="DejaVu Sans"/>
                <a:ea typeface="DejaVu Sans"/>
                <a:cs typeface="DejaVu Sans"/>
              </a:defRPr>
            </a:lvl5pPr>
            <a:lvl6pPr algn="l">
              <a:defRPr sz="1350" b="0">
                <a:solidFill>
                  <a:srgbClr val="506176"/>
                </a:solidFill>
                <a:latin typeface="DejaVu Sans"/>
                <a:ea typeface="DejaVu Sans"/>
                <a:cs typeface="DejaVu Sans"/>
              </a:defRPr>
            </a:lvl6pPr>
            <a:lvl7pPr algn="l">
              <a:defRPr sz="1350" b="0">
                <a:solidFill>
                  <a:srgbClr val="506176"/>
                </a:solidFill>
                <a:latin typeface="DejaVu Sans"/>
                <a:ea typeface="DejaVu Sans"/>
                <a:cs typeface="DejaVu Sans"/>
              </a:defRPr>
            </a:lvl7pPr>
            <a:lvl8pPr algn="l">
              <a:defRPr sz="1350" b="0">
                <a:solidFill>
                  <a:srgbClr val="506176"/>
                </a:solidFill>
                <a:latin typeface="DejaVu Sans"/>
                <a:ea typeface="DejaVu Sans"/>
                <a:cs typeface="DejaVu Sans"/>
              </a:defRPr>
            </a:lvl8pPr>
            <a:lvl9pPr algn="l">
              <a:defRPr sz="1350" b="0">
                <a:solidFill>
                  <a:srgbClr val="506176"/>
                </a:solidFill>
                <a:latin typeface="DejaVu Sans"/>
                <a:ea typeface="DejaVu Sans"/>
                <a:cs typeface="DejaVu Sans"/>
              </a:defRPr>
            </a:lvl9pPr>
          </a:lstStyle>
          <a:p xmlns:a="http://schemas.openxmlformats.org/drawingml/2006/main">
            <a:pPr algn="l">
              <a:defRPr sz="1350" b="0">
                <a:solidFill>
                  <a:srgbClr val="506176"/>
                </a:solidFill>
                <a:latin typeface="DejaVu Sans"/>
                <a:ea typeface="DejaVu Sans"/>
                <a:cs typeface="DejaVu Sans"/>
              </a:defRPr>
            </a:pPr>
            <a:r>
              <a:rPr sz="1350" b="0">
                <a:solidFill>
                  <a:srgbClr val="506176"/>
                </a:solidFill>
                <a:latin typeface="DejaVu Sans"/>
                <a:ea typeface="DejaVu Sans"/>
                <a:cs typeface="DejaVu Sans"/>
              </a:rPr>
              <a:t>Yousef Khalid Alyousef</a:t>
            </a:r>
          </a:p>
          <a:p xmlns:a="http://schemas.openxmlformats.org/drawingml/2006/main">
            <a:pPr algn="l">
              <a:defRPr sz="1350" b="0">
                <a:solidFill>
                  <a:srgbClr val="506176"/>
                </a:solidFill>
                <a:latin typeface="DejaVu Sans"/>
                <a:ea typeface="DejaVu Sans"/>
                <a:cs typeface="DejaVu Sans"/>
              </a:defRPr>
            </a:pPr>
            <a:r>
              <a:rPr sz="1350" b="0">
                <a:solidFill>
                  <a:srgbClr val="506176"/>
                </a:solidFill>
                <a:latin typeface="DejaVu Sans"/>
                <a:ea typeface="DejaVu Sans"/>
                <a:cs typeface="DejaVu Sans"/>
              </a:rPr>
              <a:t>222110269</a:t>
            </a:r>
          </a:p>
        </p:txBody>
      </p:sp>
      <p:sp>
        <p:nvSpPr>
          <p:cNvPr id="19" name="student-bader">
            <a:extLst xmlns:a="http://schemas.openxmlformats.org/drawingml/2006/main">
              <a:ext uri="{FF2B5EF4-FFF2-40B4-BE49-F238E27FC236}">
                <a16:creationId xmlns:a16="http://schemas.microsoft.com/office/drawing/2014/main" id="{42D1B448-5274-4DE7-9CDE-A670B4780FF6}"/>
              </a:ext>
            </a:extLst>
          </p:cNvPr>
          <p:cNvSpPr>
            <a:spLocks xmlns:a="http://schemas.openxmlformats.org/drawingml/2006/main" noGrp="1"/>
          </p:cNvSpPr>
          <p:nvPr/>
        </p:nvSpPr>
        <p:spPr>
          <a:xfrm xmlns:a="http://schemas.openxmlformats.org/drawingml/2006/main">
            <a:off x="8039100" y="6019800"/>
            <a:ext cx="3543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0">
                <a:solidFill>
                  <a:srgbClr val="506176"/>
                </a:solidFill>
                <a:latin typeface="DejaVu Sans"/>
                <a:ea typeface="DejaVu Sans"/>
                <a:cs typeface="DejaVu Sans"/>
              </a:defRPr>
            </a:defPPr>
            <a:lvl1pPr algn="l">
              <a:defRPr sz="1350" b="0">
                <a:solidFill>
                  <a:srgbClr val="506176"/>
                </a:solidFill>
                <a:latin typeface="DejaVu Sans"/>
                <a:ea typeface="DejaVu Sans"/>
                <a:cs typeface="DejaVu Sans"/>
              </a:defRPr>
            </a:lvl1pPr>
            <a:lvl2pPr algn="l">
              <a:defRPr sz="1350" b="0">
                <a:solidFill>
                  <a:srgbClr val="506176"/>
                </a:solidFill>
                <a:latin typeface="DejaVu Sans"/>
                <a:ea typeface="DejaVu Sans"/>
                <a:cs typeface="DejaVu Sans"/>
              </a:defRPr>
            </a:lvl2pPr>
            <a:lvl3pPr algn="l">
              <a:defRPr sz="1350" b="0">
                <a:solidFill>
                  <a:srgbClr val="506176"/>
                </a:solidFill>
                <a:latin typeface="DejaVu Sans"/>
                <a:ea typeface="DejaVu Sans"/>
                <a:cs typeface="DejaVu Sans"/>
              </a:defRPr>
            </a:lvl3pPr>
            <a:lvl4pPr algn="l">
              <a:defRPr sz="1350" b="0">
                <a:solidFill>
                  <a:srgbClr val="506176"/>
                </a:solidFill>
                <a:latin typeface="DejaVu Sans"/>
                <a:ea typeface="DejaVu Sans"/>
                <a:cs typeface="DejaVu Sans"/>
              </a:defRPr>
            </a:lvl4pPr>
            <a:lvl5pPr algn="l">
              <a:defRPr sz="1350" b="0">
                <a:solidFill>
                  <a:srgbClr val="506176"/>
                </a:solidFill>
                <a:latin typeface="DejaVu Sans"/>
                <a:ea typeface="DejaVu Sans"/>
                <a:cs typeface="DejaVu Sans"/>
              </a:defRPr>
            </a:lvl5pPr>
            <a:lvl6pPr algn="l">
              <a:defRPr sz="1350" b="0">
                <a:solidFill>
                  <a:srgbClr val="506176"/>
                </a:solidFill>
                <a:latin typeface="DejaVu Sans"/>
                <a:ea typeface="DejaVu Sans"/>
                <a:cs typeface="DejaVu Sans"/>
              </a:defRPr>
            </a:lvl6pPr>
            <a:lvl7pPr algn="l">
              <a:defRPr sz="1350" b="0">
                <a:solidFill>
                  <a:srgbClr val="506176"/>
                </a:solidFill>
                <a:latin typeface="DejaVu Sans"/>
                <a:ea typeface="DejaVu Sans"/>
                <a:cs typeface="DejaVu Sans"/>
              </a:defRPr>
            </a:lvl7pPr>
            <a:lvl8pPr algn="l">
              <a:defRPr sz="1350" b="0">
                <a:solidFill>
                  <a:srgbClr val="506176"/>
                </a:solidFill>
                <a:latin typeface="DejaVu Sans"/>
                <a:ea typeface="DejaVu Sans"/>
                <a:cs typeface="DejaVu Sans"/>
              </a:defRPr>
            </a:lvl8pPr>
            <a:lvl9pPr algn="l">
              <a:defRPr sz="1350" b="0">
                <a:solidFill>
                  <a:srgbClr val="506176"/>
                </a:solidFill>
                <a:latin typeface="DejaVu Sans"/>
                <a:ea typeface="DejaVu Sans"/>
                <a:cs typeface="DejaVu Sans"/>
              </a:defRPr>
            </a:lvl9pPr>
          </a:lstStyle>
          <a:p xmlns:a="http://schemas.openxmlformats.org/drawingml/2006/main">
            <a:pPr algn="l">
              <a:defRPr sz="1350" b="0">
                <a:solidFill>
                  <a:srgbClr val="506176"/>
                </a:solidFill>
                <a:latin typeface="DejaVu Sans"/>
                <a:ea typeface="DejaVu Sans"/>
                <a:cs typeface="DejaVu Sans"/>
              </a:defRPr>
            </a:pPr>
            <a:r>
              <a:rPr sz="1350" b="0">
                <a:solidFill>
                  <a:srgbClr val="506176"/>
                </a:solidFill>
                <a:latin typeface="DejaVu Sans"/>
                <a:ea typeface="DejaVu Sans"/>
                <a:cs typeface="DejaVu Sans"/>
              </a:rPr>
              <a:t>Bader Emad Alshuraya</a:t>
            </a:r>
          </a:p>
          <a:p xmlns:a="http://schemas.openxmlformats.org/drawingml/2006/main">
            <a:pPr algn="l">
              <a:defRPr sz="1350" b="0">
                <a:solidFill>
                  <a:srgbClr val="506176"/>
                </a:solidFill>
                <a:latin typeface="DejaVu Sans"/>
                <a:ea typeface="DejaVu Sans"/>
                <a:cs typeface="DejaVu Sans"/>
              </a:defRPr>
            </a:pPr>
            <a:r>
              <a:rPr sz="1350" b="0">
                <a:solidFill>
                  <a:srgbClr val="506176"/>
                </a:solidFill>
                <a:latin typeface="DejaVu Sans"/>
                <a:ea typeface="DejaVu Sans"/>
                <a:cs typeface="DejaVu Sans"/>
              </a:rPr>
              <a:t>221110016</a:t>
            </a:r>
          </a:p>
        </p:txBody>
      </p:sp>
    </p:spTree>
    <p:extLst>
      <p:ext uri="{BB962C8B-B14F-4D97-AF65-F5344CB8AC3E}">
        <p14:creationId xmlns:p14="http://schemas.microsoft.com/office/powerpoint/2010/main" val="4504912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5C937FA-E3E2-4961-82C9-27B0EECC1F78}"/>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22139"/>
                </a:solidFill>
                <a:latin typeface="DejaVu Sans"/>
                <a:ea typeface="DejaVu Sans"/>
                <a:cs typeface="DejaVu Sans"/>
              </a:defRPr>
            </a:defPPr>
            <a:lvl1pPr algn="l">
              <a:defRPr sz="3300" b="1">
                <a:solidFill>
                  <a:srgbClr val="122139"/>
                </a:solidFill>
                <a:latin typeface="DejaVu Sans"/>
                <a:ea typeface="DejaVu Sans"/>
                <a:cs typeface="DejaVu Sans"/>
              </a:defRPr>
            </a:lvl1pPr>
            <a:lvl2pPr algn="l">
              <a:defRPr sz="3300" b="1">
                <a:solidFill>
                  <a:srgbClr val="122139"/>
                </a:solidFill>
                <a:latin typeface="DejaVu Sans"/>
                <a:ea typeface="DejaVu Sans"/>
                <a:cs typeface="DejaVu Sans"/>
              </a:defRPr>
            </a:lvl2pPr>
            <a:lvl3pPr algn="l">
              <a:defRPr sz="3300" b="1">
                <a:solidFill>
                  <a:srgbClr val="122139"/>
                </a:solidFill>
                <a:latin typeface="DejaVu Sans"/>
                <a:ea typeface="DejaVu Sans"/>
                <a:cs typeface="DejaVu Sans"/>
              </a:defRPr>
            </a:lvl3pPr>
            <a:lvl4pPr algn="l">
              <a:defRPr sz="3300" b="1">
                <a:solidFill>
                  <a:srgbClr val="122139"/>
                </a:solidFill>
                <a:latin typeface="DejaVu Sans"/>
                <a:ea typeface="DejaVu Sans"/>
                <a:cs typeface="DejaVu Sans"/>
              </a:defRPr>
            </a:lvl4pPr>
            <a:lvl5pPr algn="l">
              <a:defRPr sz="3300" b="1">
                <a:solidFill>
                  <a:srgbClr val="122139"/>
                </a:solidFill>
                <a:latin typeface="DejaVu Sans"/>
                <a:ea typeface="DejaVu Sans"/>
                <a:cs typeface="DejaVu Sans"/>
              </a:defRPr>
            </a:lvl5pPr>
            <a:lvl6pPr algn="l">
              <a:defRPr sz="3300" b="1">
                <a:solidFill>
                  <a:srgbClr val="122139"/>
                </a:solidFill>
                <a:latin typeface="DejaVu Sans"/>
                <a:ea typeface="DejaVu Sans"/>
                <a:cs typeface="DejaVu Sans"/>
              </a:defRPr>
            </a:lvl6pPr>
            <a:lvl7pPr algn="l">
              <a:defRPr sz="3300" b="1">
                <a:solidFill>
                  <a:srgbClr val="122139"/>
                </a:solidFill>
                <a:latin typeface="DejaVu Sans"/>
                <a:ea typeface="DejaVu Sans"/>
                <a:cs typeface="DejaVu Sans"/>
              </a:defRPr>
            </a:lvl7pPr>
            <a:lvl8pPr algn="l">
              <a:defRPr sz="3300" b="1">
                <a:solidFill>
                  <a:srgbClr val="122139"/>
                </a:solidFill>
                <a:latin typeface="DejaVu Sans"/>
                <a:ea typeface="DejaVu Sans"/>
                <a:cs typeface="DejaVu Sans"/>
              </a:defRPr>
            </a:lvl8pPr>
            <a:lvl9pPr algn="l">
              <a:defRPr sz="3300" b="1">
                <a:solidFill>
                  <a:srgbClr val="122139"/>
                </a:solidFill>
                <a:latin typeface="DejaVu Sans"/>
                <a:ea typeface="DejaVu Sans"/>
                <a:cs typeface="DejaVu Sans"/>
              </a:defRPr>
            </a:lvl9pPr>
          </a:lstStyle>
          <a:p xmlns:a="http://schemas.openxmlformats.org/drawingml/2006/main">
            <a:pPr algn="l">
              <a:defRPr sz="3300" b="1">
                <a:solidFill>
                  <a:srgbClr val="122139"/>
                </a:solidFill>
                <a:latin typeface="DejaVu Sans"/>
                <a:ea typeface="DejaVu Sans"/>
                <a:cs typeface="DejaVu Sans"/>
              </a:defRPr>
            </a:pPr>
            <a:r>
              <a:rPr sz="3300" b="1">
                <a:solidFill>
                  <a:srgbClr val="122139"/>
                </a:solidFill>
                <a:latin typeface="DejaVu Sans"/>
                <a:ea typeface="DejaVu Sans"/>
                <a:cs typeface="DejaVu Sans"/>
              </a:rPr>
              <a:t>FleetDesk REST API</a:t>
            </a:r>
          </a:p>
        </p:txBody>
      </p:sp>
      <p:sp>
        <p:nvSpPr>
          <p:cNvPr id="2" name="subtitle">
            <a:extLst xmlns:a="http://schemas.openxmlformats.org/drawingml/2006/main">
              <a:ext uri="{FF2B5EF4-FFF2-40B4-BE49-F238E27FC236}">
                <a16:creationId xmlns:a16="http://schemas.microsoft.com/office/drawing/2014/main" id="{1DE275CD-265D-4940-9EDC-CEC7ECA43F14}"/>
              </a:ext>
            </a:extLst>
          </p:cNvPr>
          <p:cNvSpPr>
            <a:spLocks xmlns:a="http://schemas.openxmlformats.org/drawingml/2006/main" noGrp="1"/>
          </p:cNvSpPr>
          <p:nvPr/>
        </p:nvSpPr>
        <p:spPr>
          <a:xfrm xmlns:a="http://schemas.openxmlformats.org/drawingml/2006/main">
            <a:off x="609600" y="10668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06176"/>
                </a:solidFill>
                <a:latin typeface="DejaVu Sans"/>
                <a:ea typeface="DejaVu Sans"/>
                <a:cs typeface="DejaVu Sans"/>
              </a:defRPr>
            </a:defPPr>
            <a:lvl1pPr algn="l">
              <a:defRPr sz="1875" b="0">
                <a:solidFill>
                  <a:srgbClr val="506176"/>
                </a:solidFill>
                <a:latin typeface="DejaVu Sans"/>
                <a:ea typeface="DejaVu Sans"/>
                <a:cs typeface="DejaVu Sans"/>
              </a:defRPr>
            </a:lvl1pPr>
            <a:lvl2pPr algn="l">
              <a:defRPr sz="1875" b="0">
                <a:solidFill>
                  <a:srgbClr val="506176"/>
                </a:solidFill>
                <a:latin typeface="DejaVu Sans"/>
                <a:ea typeface="DejaVu Sans"/>
                <a:cs typeface="DejaVu Sans"/>
              </a:defRPr>
            </a:lvl2pPr>
            <a:lvl3pPr algn="l">
              <a:defRPr sz="1875" b="0">
                <a:solidFill>
                  <a:srgbClr val="506176"/>
                </a:solidFill>
                <a:latin typeface="DejaVu Sans"/>
                <a:ea typeface="DejaVu Sans"/>
                <a:cs typeface="DejaVu Sans"/>
              </a:defRPr>
            </a:lvl3pPr>
            <a:lvl4pPr algn="l">
              <a:defRPr sz="1875" b="0">
                <a:solidFill>
                  <a:srgbClr val="506176"/>
                </a:solidFill>
                <a:latin typeface="DejaVu Sans"/>
                <a:ea typeface="DejaVu Sans"/>
                <a:cs typeface="DejaVu Sans"/>
              </a:defRPr>
            </a:lvl4pPr>
            <a:lvl5pPr algn="l">
              <a:defRPr sz="1875" b="0">
                <a:solidFill>
                  <a:srgbClr val="506176"/>
                </a:solidFill>
                <a:latin typeface="DejaVu Sans"/>
                <a:ea typeface="DejaVu Sans"/>
                <a:cs typeface="DejaVu Sans"/>
              </a:defRPr>
            </a:lvl5pPr>
            <a:lvl6pPr algn="l">
              <a:defRPr sz="1875" b="0">
                <a:solidFill>
                  <a:srgbClr val="506176"/>
                </a:solidFill>
                <a:latin typeface="DejaVu Sans"/>
                <a:ea typeface="DejaVu Sans"/>
                <a:cs typeface="DejaVu Sans"/>
              </a:defRPr>
            </a:lvl6pPr>
            <a:lvl7pPr algn="l">
              <a:defRPr sz="1875" b="0">
                <a:solidFill>
                  <a:srgbClr val="506176"/>
                </a:solidFill>
                <a:latin typeface="DejaVu Sans"/>
                <a:ea typeface="DejaVu Sans"/>
                <a:cs typeface="DejaVu Sans"/>
              </a:defRPr>
            </a:lvl7pPr>
            <a:lvl8pPr algn="l">
              <a:defRPr sz="1875" b="0">
                <a:solidFill>
                  <a:srgbClr val="506176"/>
                </a:solidFill>
                <a:latin typeface="DejaVu Sans"/>
                <a:ea typeface="DejaVu Sans"/>
                <a:cs typeface="DejaVu Sans"/>
              </a:defRPr>
            </a:lvl8pPr>
            <a:lvl9pPr algn="l">
              <a:defRPr sz="1875" b="0">
                <a:solidFill>
                  <a:srgbClr val="506176"/>
                </a:solidFill>
                <a:latin typeface="DejaVu Sans"/>
                <a:ea typeface="DejaVu Sans"/>
                <a:cs typeface="DejaVu Sans"/>
              </a:defRPr>
            </a:lvl9pPr>
          </a:lstStyle>
          <a:p xmlns:a="http://schemas.openxmlformats.org/drawingml/2006/main">
            <a:pPr algn="l">
              <a:defRPr sz="1875" b="0">
                <a:solidFill>
                  <a:srgbClr val="506176"/>
                </a:solidFill>
                <a:latin typeface="DejaVu Sans"/>
                <a:ea typeface="DejaVu Sans"/>
                <a:cs typeface="DejaVu Sans"/>
              </a:defRPr>
            </a:pPr>
            <a:r>
              <a:rPr sz="1875" b="0">
                <a:solidFill>
                  <a:srgbClr val="506176"/>
                </a:solidFill>
                <a:latin typeface="DejaVu Sans"/>
                <a:ea typeface="DejaVu Sans"/>
                <a:cs typeface="DejaVu Sans"/>
              </a:rPr>
              <a:t>JSON requests and responses at http://localhost:8080</a:t>
            </a:r>
          </a:p>
        </p:txBody>
      </p:sp>
      <p:graphicFrame>
        <p:nvGraphicFramePr>
          <p:cNvPr id="3" name="">
            <a:extLst xmlns:a="http://schemas.openxmlformats.org/drawingml/2006/main">
              <a:ext uri="{FF2B5EF4-FFF2-40B4-BE49-F238E27FC236}">
                <a16:creationId xmlns:a16="http://schemas.microsoft.com/office/drawing/2014/main" id="{353BCCA4-B933-4702-8E23-AEEBE49C6555}"/>
              </a:ext>
            </a:extLst>
          </p:cNvPr>
          <p:cNvGraphicFramePr/>
          <p:nvPr/>
        </p:nvGraphicFramePr>
        <p:xfrm>
          <a:off xmlns:a="http://schemas.openxmlformats.org/drawingml/2006/main" x="609600" y="1838325"/>
          <a:ext xmlns:a="http://schemas.openxmlformats.org/drawingml/2006/main" cx="10972800" cy="3333750"/>
        </p:xfrm>
        <a:graphic xmlns:a="http://schemas.openxmlformats.org/drawingml/2006/main">
          <a:graphicData uri="http://schemas.openxmlformats.org/drawingml/2006/table">
            <a:tbl>
              <a:tblPr/>
              <a:tblGrid>
                <a:gridCol w="1257300"/>
                <a:gridCol w="3848100"/>
                <a:gridCol w="3486150"/>
                <a:gridCol w="2381250"/>
              </a:tblGrid>
              <a:tr h="476250">
                <a:tc>
                  <a:txBody>
                    <a:bodyPr wrap="none" lIns="123825" tIns="85725" rIns="95250" bIns="85725">
                      <a:noAutofit/>
                    </a:bodyPr>
                    <a:lstStyle/>
                    <a:p>
                      <a:r>
                        <a:rPr sz="1725" b="1">
                          <a:solidFill>
                            <a:srgbClr val="FFFFFF"/>
                          </a:solidFill>
                          <a:latin typeface="DejaVu Sans"/>
                          <a:ea typeface="DejaVu Sans"/>
                          <a:cs typeface="DejaVu Sans"/>
                        </a:rPr>
                        <a:t>Method</a:t>
                      </a:r>
                    </a:p>
                  </a:txBody>
                  <a:tcPr marL="91440" marR="91440" marT="45720" marB="45720" anchor="ctr">
                    <a:lnL w="9525">
                      <a:solidFill>
                        <a:srgbClr val="DBE3ED"/>
                      </a:solidFill>
                      <a:prstDash val="solid"/>
                    </a:lnL>
                    <a:lnR w="9525">
                      <a:solidFill>
                        <a:srgbClr val="DBE3ED"/>
                      </a:solidFill>
                      <a:prstDash val="solid"/>
                    </a:lnR>
                    <a:lnT w="9525">
                      <a:solidFill>
                        <a:srgbClr val="DBE3ED"/>
                      </a:solidFill>
                      <a:prstDash val="solid"/>
                    </a:lnT>
                    <a:lnB w="9525">
                      <a:solidFill>
                        <a:srgbClr val="DBE3ED"/>
                      </a:solidFill>
                      <a:prstDash val="solid"/>
                    </a:lnB>
                    <a:solidFill>
                      <a:srgbClr val="122139"/>
                    </a:solidFill>
                  </a:tcPr>
                </a:tc>
                <a:tc>
                  <a:txBody>
                    <a:bodyPr wrap="none" lIns="123825" tIns="85725" rIns="95250" bIns="85725">
                      <a:noAutofit/>
                    </a:bodyPr>
                    <a:lstStyle/>
                    <a:p>
                      <a:r>
                        <a:rPr sz="1725" b="1">
                          <a:solidFill>
                            <a:srgbClr val="FFFFFF"/>
                          </a:solidFill>
                          <a:latin typeface="DejaVu Sans"/>
                          <a:ea typeface="DejaVu Sans"/>
                          <a:cs typeface="DejaVu Sans"/>
                        </a:rPr>
                        <a:t>Route</a:t>
                      </a:r>
                    </a:p>
                  </a:txBody>
                  <a:tcPr marL="91440" marR="91440" marT="45720" marB="45720" anchor="ctr">
                    <a:lnR w="9525">
                      <a:solidFill>
                        <a:srgbClr val="DBE3ED"/>
                      </a:solidFill>
                      <a:prstDash val="solid"/>
                    </a:lnR>
                    <a:lnT w="9525">
                      <a:solidFill>
                        <a:srgbClr val="DBE3ED"/>
                      </a:solidFill>
                      <a:prstDash val="solid"/>
                    </a:lnT>
                    <a:lnB w="9525">
                      <a:solidFill>
                        <a:srgbClr val="DBE3ED"/>
                      </a:solidFill>
                      <a:prstDash val="solid"/>
                    </a:lnB>
                    <a:solidFill>
                      <a:srgbClr val="122139"/>
                    </a:solidFill>
                  </a:tcPr>
                </a:tc>
                <a:tc>
                  <a:txBody>
                    <a:bodyPr wrap="none" lIns="123825" tIns="85725" rIns="95250" bIns="85725">
                      <a:noAutofit/>
                    </a:bodyPr>
                    <a:lstStyle/>
                    <a:p>
                      <a:r>
                        <a:rPr sz="1725" b="1">
                          <a:solidFill>
                            <a:srgbClr val="FFFFFF"/>
                          </a:solidFill>
                          <a:latin typeface="DejaVu Sans"/>
                          <a:ea typeface="DejaVu Sans"/>
                          <a:cs typeface="DejaVu Sans"/>
                        </a:rPr>
                        <a:t>Purpose</a:t>
                      </a:r>
                    </a:p>
                  </a:txBody>
                  <a:tcPr marL="91440" marR="91440" marT="45720" marB="45720" anchor="ctr">
                    <a:lnR w="9525">
                      <a:solidFill>
                        <a:srgbClr val="DBE3ED"/>
                      </a:solidFill>
                      <a:prstDash val="solid"/>
                    </a:lnR>
                    <a:lnT w="9525">
                      <a:solidFill>
                        <a:srgbClr val="DBE3ED"/>
                      </a:solidFill>
                      <a:prstDash val="solid"/>
                    </a:lnT>
                    <a:lnB w="9525">
                      <a:solidFill>
                        <a:srgbClr val="DBE3ED"/>
                      </a:solidFill>
                      <a:prstDash val="solid"/>
                    </a:lnB>
                    <a:solidFill>
                      <a:srgbClr val="122139"/>
                    </a:solidFill>
                  </a:tcPr>
                </a:tc>
                <a:tc>
                  <a:txBody>
                    <a:bodyPr wrap="none" lIns="123825" tIns="85725" rIns="95250" bIns="85725">
                      <a:noAutofit/>
                    </a:bodyPr>
                    <a:lstStyle/>
                    <a:p>
                      <a:r>
                        <a:rPr sz="1725" b="1">
                          <a:solidFill>
                            <a:srgbClr val="FFFFFF"/>
                          </a:solidFill>
                          <a:latin typeface="DejaVu Sans"/>
                          <a:ea typeface="DejaVu Sans"/>
                          <a:cs typeface="DejaVu Sans"/>
                        </a:rPr>
                        <a:t>Success</a:t>
                      </a:r>
                    </a:p>
                  </a:txBody>
                  <a:tcPr marL="91440" marR="91440" marT="45720" marB="45720" anchor="ctr">
                    <a:lnR w="9525">
                      <a:solidFill>
                        <a:srgbClr val="DBE3ED"/>
                      </a:solidFill>
                      <a:prstDash val="solid"/>
                    </a:lnR>
                    <a:lnT w="9525">
                      <a:solidFill>
                        <a:srgbClr val="DBE3ED"/>
                      </a:solidFill>
                      <a:prstDash val="solid"/>
                    </a:lnT>
                    <a:lnB w="9525">
                      <a:solidFill>
                        <a:srgbClr val="DBE3ED"/>
                      </a:solidFill>
                      <a:prstDash val="solid"/>
                    </a:lnB>
                    <a:solidFill>
                      <a:srgbClr val="122139"/>
                    </a:solidFill>
                  </a:tcPr>
                </a:tc>
              </a:tr>
              <a:tr h="476250">
                <a:tc>
                  <a:txBody>
                    <a:bodyPr wrap="none" lIns="123825" tIns="85725" rIns="95250" bIns="85725">
                      <a:noAutofit/>
                    </a:bodyPr>
                    <a:lstStyle/>
                    <a:p>
                      <a:r>
                        <a:rPr sz="1725" b="1">
                          <a:solidFill>
                            <a:srgbClr val="122139"/>
                          </a:solidFill>
                          <a:latin typeface="DejaVu Sans"/>
                          <a:ea typeface="DejaVu Sans"/>
                          <a:cs typeface="DejaVu Sans"/>
                        </a:rPr>
                        <a:t>POST</a:t>
                      </a:r>
                    </a:p>
                  </a:txBody>
                  <a:tcPr marL="91440" marR="91440" marT="45720" marB="45720" anchor="ctr">
                    <a:lnL w="9525">
                      <a:solidFill>
                        <a:srgbClr val="DBE3ED"/>
                      </a:solidFill>
                      <a:prstDash val="solid"/>
                    </a:lnL>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/api/computers</a:t>
                      </a:r>
                    </a:p>
                  </a:txBody>
                  <a:tcPr marL="91440" marR="91440" marT="45720" marB="45720" anchor="ctr">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Add a computer</a:t>
                      </a:r>
                    </a:p>
                  </a:txBody>
                  <a:tcPr marL="91440" marR="91440" marT="45720" marB="45720" anchor="ctr">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201 Created</a:t>
                      </a:r>
                    </a:p>
                  </a:txBody>
                  <a:tcPr marL="91440" marR="91440" marT="45720" marB="45720" anchor="ctr">
                    <a:lnR w="9525">
                      <a:solidFill>
                        <a:srgbClr val="DBE3ED"/>
                      </a:solidFill>
                      <a:prstDash val="solid"/>
                    </a:lnR>
                    <a:lnB w="9525">
                      <a:solidFill>
                        <a:srgbClr val="DBE3ED"/>
                      </a:solidFill>
                      <a:prstDash val="solid"/>
                    </a:lnB>
                    <a:solidFill>
                      <a:srgbClr val="F3F6FB"/>
                    </a:solidFill>
                  </a:tcPr>
                </a:tc>
              </a:tr>
              <a:tr h="476250">
                <a:tc>
                  <a:txBody>
                    <a:bodyPr wrap="none" lIns="123825" tIns="85725" rIns="95250" bIns="85725">
                      <a:noAutofit/>
                    </a:bodyPr>
                    <a:lstStyle/>
                    <a:p>
                      <a:r>
                        <a:rPr sz="1725" b="1">
                          <a:solidFill>
                            <a:srgbClr val="122139"/>
                          </a:solidFill>
                          <a:latin typeface="DejaVu Sans"/>
                          <a:ea typeface="DejaVu Sans"/>
                          <a:cs typeface="DejaVu Sans"/>
                        </a:rPr>
                        <a:t>GET</a:t>
                      </a:r>
                    </a:p>
                  </a:txBody>
                  <a:tcPr marL="91440" marR="91440" marT="45720" marB="45720" anchor="ctr">
                    <a:lnL w="9525">
                      <a:solidFill>
                        <a:srgbClr val="DBE3ED"/>
                      </a:solidFill>
                      <a:prstDash val="solid"/>
                    </a:lnL>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/api/computers/{id}</a:t>
                      </a:r>
                    </a:p>
                  </a:txBody>
                  <a:tcPr marL="91440" marR="91440" marT="45720" marB="45720" anchor="ctr">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Find one by UUID</a:t>
                      </a:r>
                    </a:p>
                  </a:txBody>
                  <a:tcPr marL="91440" marR="91440" marT="45720" marB="45720" anchor="ctr">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200 OK</a:t>
                      </a:r>
                    </a:p>
                  </a:txBody>
                  <a:tcPr marL="91440" marR="91440" marT="45720" marB="45720" anchor="ctr">
                    <a:lnR w="9525">
                      <a:solidFill>
                        <a:srgbClr val="DBE3ED"/>
                      </a:solidFill>
                      <a:prstDash val="solid"/>
                    </a:lnR>
                    <a:lnB w="9525">
                      <a:solidFill>
                        <a:srgbClr val="DBE3ED"/>
                      </a:solidFill>
                      <a:prstDash val="solid"/>
                    </a:lnB>
                    <a:solidFill>
                      <a:srgbClr val="FFFFFF"/>
                    </a:solidFill>
                  </a:tcPr>
                </a:tc>
              </a:tr>
              <a:tr h="476250">
                <a:tc>
                  <a:txBody>
                    <a:bodyPr wrap="none" lIns="123825" tIns="85725" rIns="95250" bIns="85725">
                      <a:noAutofit/>
                    </a:bodyPr>
                    <a:lstStyle/>
                    <a:p>
                      <a:r>
                        <a:rPr sz="1725" b="1">
                          <a:solidFill>
                            <a:srgbClr val="122139"/>
                          </a:solidFill>
                          <a:latin typeface="DejaVu Sans"/>
                          <a:ea typeface="DejaVu Sans"/>
                          <a:cs typeface="DejaVu Sans"/>
                        </a:rPr>
                        <a:t>GET</a:t>
                      </a:r>
                    </a:p>
                  </a:txBody>
                  <a:tcPr marL="91440" marR="91440" marT="45720" marB="45720" anchor="ctr">
                    <a:lnL w="9525">
                      <a:solidFill>
                        <a:srgbClr val="DBE3ED"/>
                      </a:solidFill>
                      <a:prstDash val="solid"/>
                    </a:lnL>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/api/computers</a:t>
                      </a:r>
                    </a:p>
                  </a:txBody>
                  <a:tcPr marL="91440" marR="91440" marT="45720" marB="45720" anchor="ctr">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Search and paginate</a:t>
                      </a:r>
                    </a:p>
                  </a:txBody>
                  <a:tcPr marL="91440" marR="91440" marT="45720" marB="45720" anchor="ctr">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200 OK</a:t>
                      </a:r>
                    </a:p>
                  </a:txBody>
                  <a:tcPr marL="91440" marR="91440" marT="45720" marB="45720" anchor="ctr">
                    <a:lnR w="9525">
                      <a:solidFill>
                        <a:srgbClr val="DBE3ED"/>
                      </a:solidFill>
                      <a:prstDash val="solid"/>
                    </a:lnR>
                    <a:lnB w="9525">
                      <a:solidFill>
                        <a:srgbClr val="DBE3ED"/>
                      </a:solidFill>
                      <a:prstDash val="solid"/>
                    </a:lnB>
                    <a:solidFill>
                      <a:srgbClr val="F3F6FB"/>
                    </a:solidFill>
                  </a:tcPr>
                </a:tc>
              </a:tr>
              <a:tr h="476250">
                <a:tc>
                  <a:txBody>
                    <a:bodyPr wrap="none" lIns="123825" tIns="85725" rIns="95250" bIns="85725">
                      <a:noAutofit/>
                    </a:bodyPr>
                    <a:lstStyle/>
                    <a:p>
                      <a:r>
                        <a:rPr sz="1725" b="1">
                          <a:solidFill>
                            <a:srgbClr val="122139"/>
                          </a:solidFill>
                          <a:latin typeface="DejaVu Sans"/>
                          <a:ea typeface="DejaVu Sans"/>
                          <a:cs typeface="DejaVu Sans"/>
                        </a:rPr>
                        <a:t>PUT</a:t>
                      </a:r>
                    </a:p>
                  </a:txBody>
                  <a:tcPr marL="91440" marR="91440" marT="45720" marB="45720" anchor="ctr">
                    <a:lnL w="9525">
                      <a:solidFill>
                        <a:srgbClr val="DBE3ED"/>
                      </a:solidFill>
                      <a:prstDash val="solid"/>
                    </a:lnL>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/api/computers/{id}</a:t>
                      </a:r>
                    </a:p>
                  </a:txBody>
                  <a:tcPr marL="91440" marR="91440" marT="45720" marB="45720" anchor="ctr">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Update a computer</a:t>
                      </a:r>
                    </a:p>
                  </a:txBody>
                  <a:tcPr marL="91440" marR="91440" marT="45720" marB="45720" anchor="ctr">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200 OK</a:t>
                      </a:r>
                    </a:p>
                  </a:txBody>
                  <a:tcPr marL="91440" marR="91440" marT="45720" marB="45720" anchor="ctr">
                    <a:lnR w="9525">
                      <a:solidFill>
                        <a:srgbClr val="DBE3ED"/>
                      </a:solidFill>
                      <a:prstDash val="solid"/>
                    </a:lnR>
                    <a:lnB w="9525">
                      <a:solidFill>
                        <a:srgbClr val="DBE3ED"/>
                      </a:solidFill>
                      <a:prstDash val="solid"/>
                    </a:lnB>
                    <a:solidFill>
                      <a:srgbClr val="FFFFFF"/>
                    </a:solidFill>
                  </a:tcPr>
                </a:tc>
              </a:tr>
              <a:tr h="476250">
                <a:tc>
                  <a:txBody>
                    <a:bodyPr wrap="none" lIns="123825" tIns="85725" rIns="95250" bIns="85725">
                      <a:noAutofit/>
                    </a:bodyPr>
                    <a:lstStyle/>
                    <a:p>
                      <a:r>
                        <a:rPr sz="1725" b="1">
                          <a:solidFill>
                            <a:srgbClr val="122139"/>
                          </a:solidFill>
                          <a:latin typeface="DejaVu Sans"/>
                          <a:ea typeface="DejaVu Sans"/>
                          <a:cs typeface="DejaVu Sans"/>
                        </a:rPr>
                        <a:t>DELETE</a:t>
                      </a:r>
                    </a:p>
                  </a:txBody>
                  <a:tcPr marL="91440" marR="91440" marT="45720" marB="45720" anchor="ctr">
                    <a:lnL w="9525">
                      <a:solidFill>
                        <a:srgbClr val="DBE3ED"/>
                      </a:solidFill>
                      <a:prstDash val="solid"/>
                    </a:lnL>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/api/computers/{id}</a:t>
                      </a:r>
                    </a:p>
                  </a:txBody>
                  <a:tcPr marL="91440" marR="91440" marT="45720" marB="45720" anchor="ctr">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Delete a computer</a:t>
                      </a:r>
                    </a:p>
                  </a:txBody>
                  <a:tcPr marL="91440" marR="91440" marT="45720" marB="45720" anchor="ctr">
                    <a:lnR w="9525">
                      <a:solidFill>
                        <a:srgbClr val="DBE3ED"/>
                      </a:solidFill>
                      <a:prstDash val="solid"/>
                    </a:lnR>
                    <a:lnB w="9525">
                      <a:solidFill>
                        <a:srgbClr val="DBE3ED"/>
                      </a:solidFill>
                      <a:prstDash val="solid"/>
                    </a:lnB>
                    <a:solidFill>
                      <a:srgbClr val="F3F6FB"/>
                    </a:solidFill>
                  </a:tcPr>
                </a:tc>
                <a:tc>
                  <a:txBody>
                    <a:bodyPr wrap="none" lIns="123825" tIns="85725" rIns="95250" bIns="85725">
                      <a:noAutofit/>
                    </a:bodyPr>
                    <a:lstStyle/>
                    <a:p>
                      <a:r>
                        <a:rPr sz="1725" b="0">
                          <a:solidFill>
                            <a:srgbClr val="122139"/>
                          </a:solidFill>
                          <a:latin typeface="DejaVu Sans"/>
                          <a:ea typeface="DejaVu Sans"/>
                          <a:cs typeface="DejaVu Sans"/>
                        </a:rPr>
                        <a:t>204 No Content</a:t>
                      </a:r>
                    </a:p>
                  </a:txBody>
                  <a:tcPr marL="91440" marR="91440" marT="45720" marB="45720" anchor="ctr">
                    <a:lnR w="9525">
                      <a:solidFill>
                        <a:srgbClr val="DBE3ED"/>
                      </a:solidFill>
                      <a:prstDash val="solid"/>
                    </a:lnR>
                    <a:lnB w="9525">
                      <a:solidFill>
                        <a:srgbClr val="DBE3ED"/>
                      </a:solidFill>
                      <a:prstDash val="solid"/>
                    </a:lnB>
                    <a:solidFill>
                      <a:srgbClr val="F3F6FB"/>
                    </a:solidFill>
                  </a:tcPr>
                </a:tc>
              </a:tr>
              <a:tr h="476250">
                <a:tc>
                  <a:txBody>
                    <a:bodyPr wrap="none" lIns="123825" tIns="85725" rIns="95250" bIns="85725">
                      <a:noAutofit/>
                    </a:bodyPr>
                    <a:lstStyle/>
                    <a:p>
                      <a:r>
                        <a:rPr sz="1725" b="1">
                          <a:solidFill>
                            <a:srgbClr val="122139"/>
                          </a:solidFill>
                          <a:latin typeface="DejaVu Sans"/>
                          <a:ea typeface="DejaVu Sans"/>
                          <a:cs typeface="DejaVu Sans"/>
                        </a:rPr>
                        <a:t>GET</a:t>
                      </a:r>
                    </a:p>
                  </a:txBody>
                  <a:tcPr marL="91440" marR="91440" marT="45720" marB="45720" anchor="ctr">
                    <a:lnL w="9525">
                      <a:solidFill>
                        <a:srgbClr val="DBE3ED"/>
                      </a:solidFill>
                      <a:prstDash val="solid"/>
                    </a:lnL>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/api/computers/summary</a:t>
                      </a:r>
                    </a:p>
                  </a:txBody>
                  <a:tcPr marL="91440" marR="91440" marT="45720" marB="45720" anchor="ctr">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Inventory totals</a:t>
                      </a:r>
                    </a:p>
                  </a:txBody>
                  <a:tcPr marL="91440" marR="91440" marT="45720" marB="45720" anchor="ctr">
                    <a:lnR w="9525">
                      <a:solidFill>
                        <a:srgbClr val="DBE3ED"/>
                      </a:solidFill>
                      <a:prstDash val="solid"/>
                    </a:lnR>
                    <a:lnB w="9525">
                      <a:solidFill>
                        <a:srgbClr val="DBE3ED"/>
                      </a:solidFill>
                      <a:prstDash val="solid"/>
                    </a:lnB>
                    <a:solidFill>
                      <a:srgbClr val="FFFFFF"/>
                    </a:solidFill>
                  </a:tcPr>
                </a:tc>
                <a:tc>
                  <a:txBody>
                    <a:bodyPr wrap="none" lIns="123825" tIns="85725" rIns="95250" bIns="85725">
                      <a:noAutofit/>
                    </a:bodyPr>
                    <a:lstStyle/>
                    <a:p>
                      <a:r>
                        <a:rPr sz="1725" b="0">
                          <a:solidFill>
                            <a:srgbClr val="122139"/>
                          </a:solidFill>
                          <a:latin typeface="DejaVu Sans"/>
                          <a:ea typeface="DejaVu Sans"/>
                          <a:cs typeface="DejaVu Sans"/>
                        </a:rPr>
                        <a:t>200 OK</a:t>
                      </a:r>
                    </a:p>
                  </a:txBody>
                  <a:tcPr marL="91440" marR="91440" marT="45720" marB="45720" anchor="ctr">
                    <a:lnR w="9525">
                      <a:solidFill>
                        <a:srgbClr val="DBE3ED"/>
                      </a:solidFill>
                      <a:prstDash val="solid"/>
                    </a:lnR>
                    <a:lnB w="9525">
                      <a:solidFill>
                        <a:srgbClr val="DBE3ED"/>
                      </a:solidFill>
                      <a:prstDash val="solid"/>
                    </a:lnB>
                    <a:solidFill>
                      <a:srgbClr val="FFFFFF"/>
                    </a:solidFill>
                  </a:tcPr>
                </a:tc>
              </a:tr>
            </a:tbl>
          </a:graphicData>
        </a:graphic>
      </p:graphicFrame>
      <p:sp>
        <p:nvSpPr>
          <p:cNvPr id="4" name="paging">
            <a:extLst xmlns:a="http://schemas.openxmlformats.org/drawingml/2006/main">
              <a:ext uri="{FF2B5EF4-FFF2-40B4-BE49-F238E27FC236}">
                <a16:creationId xmlns:a16="http://schemas.microsoft.com/office/drawing/2014/main" id="{A59E3017-E625-4DF0-A161-E541DD39B3EE}"/>
              </a:ext>
            </a:extLst>
          </p:cNvPr>
          <p:cNvSpPr>
            <a:spLocks xmlns:a="http://schemas.openxmlformats.org/drawingml/2006/main" noGrp="1"/>
          </p:cNvSpPr>
          <p:nvPr/>
        </p:nvSpPr>
        <p:spPr>
          <a:xfrm xmlns:a="http://schemas.openxmlformats.org/drawingml/2006/main">
            <a:off x="609600" y="53911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06176"/>
                </a:solidFill>
                <a:latin typeface="DejaVu Sans"/>
                <a:ea typeface="DejaVu Sans"/>
                <a:cs typeface="DejaVu Sans"/>
              </a:defRPr>
            </a:defPPr>
            <a:lvl1pPr algn="l">
              <a:defRPr sz="1725" b="0">
                <a:solidFill>
                  <a:srgbClr val="506176"/>
                </a:solidFill>
                <a:latin typeface="DejaVu Sans"/>
                <a:ea typeface="DejaVu Sans"/>
                <a:cs typeface="DejaVu Sans"/>
              </a:defRPr>
            </a:lvl1pPr>
            <a:lvl2pPr algn="l">
              <a:defRPr sz="1725" b="0">
                <a:solidFill>
                  <a:srgbClr val="506176"/>
                </a:solidFill>
                <a:latin typeface="DejaVu Sans"/>
                <a:ea typeface="DejaVu Sans"/>
                <a:cs typeface="DejaVu Sans"/>
              </a:defRPr>
            </a:lvl2pPr>
            <a:lvl3pPr algn="l">
              <a:defRPr sz="1725" b="0">
                <a:solidFill>
                  <a:srgbClr val="506176"/>
                </a:solidFill>
                <a:latin typeface="DejaVu Sans"/>
                <a:ea typeface="DejaVu Sans"/>
                <a:cs typeface="DejaVu Sans"/>
              </a:defRPr>
            </a:lvl3pPr>
            <a:lvl4pPr algn="l">
              <a:defRPr sz="1725" b="0">
                <a:solidFill>
                  <a:srgbClr val="506176"/>
                </a:solidFill>
                <a:latin typeface="DejaVu Sans"/>
                <a:ea typeface="DejaVu Sans"/>
                <a:cs typeface="DejaVu Sans"/>
              </a:defRPr>
            </a:lvl4pPr>
            <a:lvl5pPr algn="l">
              <a:defRPr sz="1725" b="0">
                <a:solidFill>
                  <a:srgbClr val="506176"/>
                </a:solidFill>
                <a:latin typeface="DejaVu Sans"/>
                <a:ea typeface="DejaVu Sans"/>
                <a:cs typeface="DejaVu Sans"/>
              </a:defRPr>
            </a:lvl5pPr>
            <a:lvl6pPr algn="l">
              <a:defRPr sz="1725" b="0">
                <a:solidFill>
                  <a:srgbClr val="506176"/>
                </a:solidFill>
                <a:latin typeface="DejaVu Sans"/>
                <a:ea typeface="DejaVu Sans"/>
                <a:cs typeface="DejaVu Sans"/>
              </a:defRPr>
            </a:lvl6pPr>
            <a:lvl7pPr algn="l">
              <a:defRPr sz="1725" b="0">
                <a:solidFill>
                  <a:srgbClr val="506176"/>
                </a:solidFill>
                <a:latin typeface="DejaVu Sans"/>
                <a:ea typeface="DejaVu Sans"/>
                <a:cs typeface="DejaVu Sans"/>
              </a:defRPr>
            </a:lvl7pPr>
            <a:lvl8pPr algn="l">
              <a:defRPr sz="1725" b="0">
                <a:solidFill>
                  <a:srgbClr val="506176"/>
                </a:solidFill>
                <a:latin typeface="DejaVu Sans"/>
                <a:ea typeface="DejaVu Sans"/>
                <a:cs typeface="DejaVu Sans"/>
              </a:defRPr>
            </a:lvl8pPr>
            <a:lvl9pPr algn="l">
              <a:defRPr sz="1725" b="0">
                <a:solidFill>
                  <a:srgbClr val="506176"/>
                </a:solidFill>
                <a:latin typeface="DejaVu Sans"/>
                <a:ea typeface="DejaVu Sans"/>
                <a:cs typeface="DejaVu Sans"/>
              </a:defRPr>
            </a:lvl9pPr>
          </a:lstStyle>
          <a:p xmlns:a="http://schemas.openxmlformats.org/drawingml/2006/main">
            <a:pPr algn="l">
              <a:defRPr sz="1725" b="0">
                <a:solidFill>
                  <a:srgbClr val="506176"/>
                </a:solidFill>
                <a:latin typeface="DejaVu Sans"/>
                <a:ea typeface="DejaVu Sans"/>
                <a:cs typeface="DejaVu Sans"/>
              </a:defRPr>
            </a:pPr>
            <a:r>
              <a:rPr sz="1725" b="0">
                <a:solidFill>
                  <a:srgbClr val="506176"/>
                </a:solidFill>
                <a:latin typeface="DejaVu Sans"/>
                <a:ea typeface="DejaVu Sans"/>
                <a:cs typeface="DejaVu Sans"/>
              </a:rPr>
              <a:t>Pagination: page=0, size=5. Maximum page size: 100.</a:t>
            </a:r>
          </a:p>
          <a:p xmlns:a="http://schemas.openxmlformats.org/drawingml/2006/main">
            <a:pPr algn="l">
              <a:defRPr sz="1725" b="0">
                <a:solidFill>
                  <a:srgbClr val="506176"/>
                </a:solidFill>
                <a:latin typeface="DejaVu Sans"/>
                <a:ea typeface="DejaVu Sans"/>
                <a:cs typeface="DejaVu Sans"/>
              </a:defRPr>
            </a:pPr>
            <a:r>
              <a:rPr sz="1725" b="0">
                <a:solidFill>
                  <a:srgbClr val="506176"/>
                </a:solidFill>
                <a:latin typeface="DejaVu Sans"/>
                <a:ea typeface="DejaVu Sans"/>
                <a:cs typeface="DejaVu Sans"/>
              </a:rPr>
              <a:t>Optional filters: q, status, department. Sorting: sort.</a:t>
            </a:r>
          </a:p>
        </p:txBody>
      </p:sp>
      <p:sp>
        <p:nvSpPr>
          <p:cNvPr id="5" name="errors">
            <a:extLst xmlns:a="http://schemas.openxmlformats.org/drawingml/2006/main">
              <a:ext uri="{FF2B5EF4-FFF2-40B4-BE49-F238E27FC236}">
                <a16:creationId xmlns:a16="http://schemas.microsoft.com/office/drawing/2014/main" id="{9114EE32-8039-409A-98E2-E7ACA0BD4519}"/>
              </a:ext>
            </a:extLst>
          </p:cNvPr>
          <p:cNvSpPr>
            <a:spLocks xmlns:a="http://schemas.openxmlformats.org/drawingml/2006/main" noGrp="1"/>
          </p:cNvSpPr>
          <p:nvPr/>
        </p:nvSpPr>
        <p:spPr>
          <a:xfrm xmlns:a="http://schemas.openxmlformats.org/drawingml/2006/main">
            <a:off x="609600" y="62103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2563EB"/>
                </a:solidFill>
                <a:latin typeface="DejaVu Sans"/>
                <a:ea typeface="DejaVu Sans"/>
                <a:cs typeface="DejaVu Sans"/>
              </a:defRPr>
            </a:defPPr>
            <a:lvl1pPr algn="l">
              <a:defRPr sz="1650" b="0">
                <a:solidFill>
                  <a:srgbClr val="2563EB"/>
                </a:solidFill>
                <a:latin typeface="DejaVu Sans"/>
                <a:ea typeface="DejaVu Sans"/>
                <a:cs typeface="DejaVu Sans"/>
              </a:defRPr>
            </a:lvl1pPr>
            <a:lvl2pPr algn="l">
              <a:defRPr sz="1650" b="0">
                <a:solidFill>
                  <a:srgbClr val="2563EB"/>
                </a:solidFill>
                <a:latin typeface="DejaVu Sans"/>
                <a:ea typeface="DejaVu Sans"/>
                <a:cs typeface="DejaVu Sans"/>
              </a:defRPr>
            </a:lvl2pPr>
            <a:lvl3pPr algn="l">
              <a:defRPr sz="1650" b="0">
                <a:solidFill>
                  <a:srgbClr val="2563EB"/>
                </a:solidFill>
                <a:latin typeface="DejaVu Sans"/>
                <a:ea typeface="DejaVu Sans"/>
                <a:cs typeface="DejaVu Sans"/>
              </a:defRPr>
            </a:lvl3pPr>
            <a:lvl4pPr algn="l">
              <a:defRPr sz="1650" b="0">
                <a:solidFill>
                  <a:srgbClr val="2563EB"/>
                </a:solidFill>
                <a:latin typeface="DejaVu Sans"/>
                <a:ea typeface="DejaVu Sans"/>
                <a:cs typeface="DejaVu Sans"/>
              </a:defRPr>
            </a:lvl4pPr>
            <a:lvl5pPr algn="l">
              <a:defRPr sz="1650" b="0">
                <a:solidFill>
                  <a:srgbClr val="2563EB"/>
                </a:solidFill>
                <a:latin typeface="DejaVu Sans"/>
                <a:ea typeface="DejaVu Sans"/>
                <a:cs typeface="DejaVu Sans"/>
              </a:defRPr>
            </a:lvl5pPr>
            <a:lvl6pPr algn="l">
              <a:defRPr sz="1650" b="0">
                <a:solidFill>
                  <a:srgbClr val="2563EB"/>
                </a:solidFill>
                <a:latin typeface="DejaVu Sans"/>
                <a:ea typeface="DejaVu Sans"/>
                <a:cs typeface="DejaVu Sans"/>
              </a:defRPr>
            </a:lvl6pPr>
            <a:lvl7pPr algn="l">
              <a:defRPr sz="1650" b="0">
                <a:solidFill>
                  <a:srgbClr val="2563EB"/>
                </a:solidFill>
                <a:latin typeface="DejaVu Sans"/>
                <a:ea typeface="DejaVu Sans"/>
                <a:cs typeface="DejaVu Sans"/>
              </a:defRPr>
            </a:lvl7pPr>
            <a:lvl8pPr algn="l">
              <a:defRPr sz="1650" b="0">
                <a:solidFill>
                  <a:srgbClr val="2563EB"/>
                </a:solidFill>
                <a:latin typeface="DejaVu Sans"/>
                <a:ea typeface="DejaVu Sans"/>
                <a:cs typeface="DejaVu Sans"/>
              </a:defRPr>
            </a:lvl8pPr>
            <a:lvl9pPr algn="l">
              <a:defRPr sz="1650" b="0">
                <a:solidFill>
                  <a:srgbClr val="2563EB"/>
                </a:solidFill>
                <a:latin typeface="DejaVu Sans"/>
                <a:ea typeface="DejaVu Sans"/>
                <a:cs typeface="DejaVu Sans"/>
              </a:defRPr>
            </a:lvl9pPr>
          </a:lstStyle>
          <a:p xmlns:a="http://schemas.openxmlformats.org/drawingml/2006/main">
            <a:pPr algn="l">
              <a:defRPr sz="1650" b="0">
                <a:solidFill>
                  <a:srgbClr val="2563EB"/>
                </a:solidFill>
                <a:latin typeface="DejaVu Sans"/>
                <a:ea typeface="DejaVu Sans"/>
                <a:cs typeface="DejaVu Sans"/>
              </a:defRPr>
            </a:pPr>
            <a:r>
              <a:rPr sz="1650" b="0">
                <a:solidFill>
                  <a:srgbClr val="2563EB"/>
                </a:solidFill>
                <a:latin typeface="DejaVu Sans"/>
                <a:ea typeface="DejaVu Sans"/>
                <a:cs typeface="DejaVu Sans"/>
              </a:rPr>
              <a:t>Errors: 400 invalid input, 404 missing record, 409 duplicate identifiers</a:t>
            </a:r>
          </a:p>
        </p:txBody>
      </p:sp>
    </p:spTree>
    <p:extLst>
      <p:ext uri="{BB962C8B-B14F-4D97-AF65-F5344CB8AC3E}">
        <p14:creationId xmlns:p14="http://schemas.microsoft.com/office/powerpoint/2010/main" val="8833141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2026-10-27T02:34:23.2740000Z</dcterms:created>
  <dcterms:modified xsi:type="dcterms:W3CDTF">2026-10-27T02:34:23.2750000Z</dcterms:modified>
</coreProperties>
</file>